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Open Sans SemiBold"/>
      <p:regular r:id="rId32"/>
      <p:bold r:id="rId33"/>
      <p:italic r:id="rId34"/>
      <p:boldItalic r:id="rId35"/>
    </p:embeddedFont>
    <p:embeddedFont>
      <p:font typeface="Open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OpenSansSemiBold-bold.fntdata"/><Relationship Id="rId10" Type="http://schemas.openxmlformats.org/officeDocument/2006/relationships/slide" Target="slides/slide5.xml"/><Relationship Id="rId32" Type="http://schemas.openxmlformats.org/officeDocument/2006/relationships/font" Target="fonts/OpenSansSemiBold-regular.fntdata"/><Relationship Id="rId13" Type="http://schemas.openxmlformats.org/officeDocument/2006/relationships/slide" Target="slides/slide8.xml"/><Relationship Id="rId35" Type="http://schemas.openxmlformats.org/officeDocument/2006/relationships/font" Target="fonts/OpenSansSemiBold-boldItalic.fntdata"/><Relationship Id="rId12" Type="http://schemas.openxmlformats.org/officeDocument/2006/relationships/slide" Target="slides/slide7.xml"/><Relationship Id="rId34" Type="http://schemas.openxmlformats.org/officeDocument/2006/relationships/font" Target="fonts/OpenSansSemiBold-italic.fntdata"/><Relationship Id="rId15" Type="http://schemas.openxmlformats.org/officeDocument/2006/relationships/slide" Target="slides/slide10.xml"/><Relationship Id="rId37" Type="http://schemas.openxmlformats.org/officeDocument/2006/relationships/font" Target="fonts/OpenSans-bold.fntdata"/><Relationship Id="rId14" Type="http://schemas.openxmlformats.org/officeDocument/2006/relationships/slide" Target="slides/slide9.xml"/><Relationship Id="rId36" Type="http://schemas.openxmlformats.org/officeDocument/2006/relationships/font" Target="fonts/OpenSans-regular.fntdata"/><Relationship Id="rId17" Type="http://schemas.openxmlformats.org/officeDocument/2006/relationships/slide" Target="slides/slide12.xml"/><Relationship Id="rId39" Type="http://schemas.openxmlformats.org/officeDocument/2006/relationships/font" Target="fonts/OpenSans-boldItalic.fntdata"/><Relationship Id="rId16" Type="http://schemas.openxmlformats.org/officeDocument/2006/relationships/slide" Target="slides/slide11.xml"/><Relationship Id="rId38" Type="http://schemas.openxmlformats.org/officeDocument/2006/relationships/font" Target="fonts/OpenSans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I Summit Intro Card" type="blank">
  <p:cSld name="BLANK">
    <p:bg>
      <p:bgPr>
        <a:solidFill>
          <a:schemeClr val="dk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 title="1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/>
          <p:nvPr/>
        </p:nvSpPr>
        <p:spPr>
          <a:xfrm>
            <a:off x="-83950" y="4682675"/>
            <a:ext cx="9340529" cy="524332"/>
          </a:xfrm>
          <a:custGeom>
            <a:rect b="b" l="l" r="r" t="t"/>
            <a:pathLst>
              <a:path extrusionOk="0" h="524332" w="9270997">
                <a:moveTo>
                  <a:pt x="0" y="0"/>
                </a:moveTo>
                <a:lnTo>
                  <a:pt x="9270997" y="0"/>
                </a:lnTo>
                <a:lnTo>
                  <a:pt x="9270997" y="524332"/>
                </a:lnTo>
                <a:lnTo>
                  <a:pt x="0" y="5243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" name="Google Shape;14;p2"/>
          <p:cNvSpPr/>
          <p:nvPr/>
        </p:nvSpPr>
        <p:spPr>
          <a:xfrm>
            <a:off x="254007" y="4839053"/>
            <a:ext cx="921833" cy="211568"/>
          </a:xfrm>
          <a:custGeom>
            <a:rect b="b" l="l" r="r" t="t"/>
            <a:pathLst>
              <a:path extrusionOk="0" h="211568" w="921833">
                <a:moveTo>
                  <a:pt x="0" y="0"/>
                </a:moveTo>
                <a:lnTo>
                  <a:pt x="921833" y="0"/>
                </a:lnTo>
                <a:lnTo>
                  <a:pt x="921833" y="211568"/>
                </a:lnTo>
                <a:lnTo>
                  <a:pt x="0" y="2115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" name="Google Shape;15;p2"/>
          <p:cNvSpPr/>
          <p:nvPr/>
        </p:nvSpPr>
        <p:spPr>
          <a:xfrm>
            <a:off x="1407291" y="4838428"/>
            <a:ext cx="1037489" cy="212818"/>
          </a:xfrm>
          <a:custGeom>
            <a:rect b="b" l="l" r="r" t="t"/>
            <a:pathLst>
              <a:path extrusionOk="0" h="212818" w="1037489">
                <a:moveTo>
                  <a:pt x="0" y="0"/>
                </a:moveTo>
                <a:lnTo>
                  <a:pt x="1037489" y="0"/>
                </a:lnTo>
                <a:lnTo>
                  <a:pt x="1037489" y="212818"/>
                </a:lnTo>
                <a:lnTo>
                  <a:pt x="0" y="2128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6" name="Google Shape;16;p2"/>
          <p:cNvCxnSpPr/>
          <p:nvPr/>
        </p:nvCxnSpPr>
        <p:spPr>
          <a:xfrm rot="10800000">
            <a:off x="1291566" y="4824253"/>
            <a:ext cx="0" cy="241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I Summit Title">
  <p:cSld name="BLANK_1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 title="Title page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title"/>
          </p:nvPr>
        </p:nvSpPr>
        <p:spPr>
          <a:xfrm>
            <a:off x="-18275" y="970920"/>
            <a:ext cx="91995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-5900" y="1757425"/>
            <a:ext cx="92406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300"/>
              <a:buNone/>
              <a:defRPr/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300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1" name="Google Shape;21;p3"/>
          <p:cNvSpPr/>
          <p:nvPr/>
        </p:nvSpPr>
        <p:spPr>
          <a:xfrm>
            <a:off x="-83950" y="4682675"/>
            <a:ext cx="9340529" cy="524332"/>
          </a:xfrm>
          <a:custGeom>
            <a:rect b="b" l="l" r="r" t="t"/>
            <a:pathLst>
              <a:path extrusionOk="0" h="524332" w="9270997">
                <a:moveTo>
                  <a:pt x="0" y="0"/>
                </a:moveTo>
                <a:lnTo>
                  <a:pt x="9270997" y="0"/>
                </a:lnTo>
                <a:lnTo>
                  <a:pt x="9270997" y="524332"/>
                </a:lnTo>
                <a:lnTo>
                  <a:pt x="0" y="5243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" name="Google Shape;22;p3"/>
          <p:cNvSpPr/>
          <p:nvPr/>
        </p:nvSpPr>
        <p:spPr>
          <a:xfrm>
            <a:off x="254007" y="4839053"/>
            <a:ext cx="921833" cy="211568"/>
          </a:xfrm>
          <a:custGeom>
            <a:rect b="b" l="l" r="r" t="t"/>
            <a:pathLst>
              <a:path extrusionOk="0" h="211568" w="921833">
                <a:moveTo>
                  <a:pt x="0" y="0"/>
                </a:moveTo>
                <a:lnTo>
                  <a:pt x="921833" y="0"/>
                </a:lnTo>
                <a:lnTo>
                  <a:pt x="921833" y="211568"/>
                </a:lnTo>
                <a:lnTo>
                  <a:pt x="0" y="2115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" name="Google Shape;23;p3"/>
          <p:cNvSpPr/>
          <p:nvPr/>
        </p:nvSpPr>
        <p:spPr>
          <a:xfrm>
            <a:off x="1407291" y="4838428"/>
            <a:ext cx="1037489" cy="212818"/>
          </a:xfrm>
          <a:custGeom>
            <a:rect b="b" l="l" r="r" t="t"/>
            <a:pathLst>
              <a:path extrusionOk="0" h="212818" w="1037489">
                <a:moveTo>
                  <a:pt x="0" y="0"/>
                </a:moveTo>
                <a:lnTo>
                  <a:pt x="1037489" y="0"/>
                </a:lnTo>
                <a:lnTo>
                  <a:pt x="1037489" y="212818"/>
                </a:lnTo>
                <a:lnTo>
                  <a:pt x="0" y="2128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4" name="Google Shape;24;p3"/>
          <p:cNvCxnSpPr/>
          <p:nvPr/>
        </p:nvCxnSpPr>
        <p:spPr>
          <a:xfrm rot="10800000">
            <a:off x="1291566" y="4824253"/>
            <a:ext cx="0" cy="241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">
  <p:cSld name="CUSTOM_3"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idx="1" type="subTitle"/>
          </p:nvPr>
        </p:nvSpPr>
        <p:spPr>
          <a:xfrm>
            <a:off x="-269900" y="3367397"/>
            <a:ext cx="3410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2340"/>
              </a:buClr>
              <a:buSzPts val="850"/>
              <a:buFont typeface="Open Sans"/>
              <a:buNone/>
              <a:defRPr sz="85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850"/>
              <a:buNone/>
              <a:defRPr i="1" sz="850"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850"/>
              <a:buNone/>
              <a:defRPr i="1" sz="85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i="1" sz="85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i="1" sz="85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i="1" sz="85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i="1" sz="85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i="1" sz="85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i="1" sz="850"/>
            </a:lvl9pPr>
          </a:lstStyle>
          <a:p/>
        </p:txBody>
      </p:sp>
      <p:sp>
        <p:nvSpPr>
          <p:cNvPr id="27" name="Google Shape;27;p4"/>
          <p:cNvSpPr txBox="1"/>
          <p:nvPr>
            <p:ph idx="2" type="subTitle"/>
          </p:nvPr>
        </p:nvSpPr>
        <p:spPr>
          <a:xfrm>
            <a:off x="-269900" y="3620447"/>
            <a:ext cx="3410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2340"/>
              </a:buClr>
              <a:buSzPts val="1000"/>
              <a:buFont typeface="Open Sans"/>
              <a:buNone/>
              <a:defRPr i="0" sz="10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850"/>
              <a:buNone/>
              <a:defRPr sz="850"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850"/>
              <a:buNone/>
              <a:defRPr sz="85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85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85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85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85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85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850"/>
            </a:lvl9pPr>
          </a:lstStyle>
          <a:p/>
        </p:txBody>
      </p:sp>
      <p:sp>
        <p:nvSpPr>
          <p:cNvPr id="28" name="Google Shape;28;p4"/>
          <p:cNvSpPr/>
          <p:nvPr>
            <p:ph idx="3" type="pic"/>
          </p:nvPr>
        </p:nvSpPr>
        <p:spPr>
          <a:xfrm>
            <a:off x="530100" y="889200"/>
            <a:ext cx="1741200" cy="20349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4"/>
          <p:cNvSpPr/>
          <p:nvPr>
            <p:ph idx="4" type="pic"/>
          </p:nvPr>
        </p:nvSpPr>
        <p:spPr>
          <a:xfrm>
            <a:off x="2595825" y="889200"/>
            <a:ext cx="1741200" cy="203490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4"/>
          <p:cNvSpPr/>
          <p:nvPr>
            <p:ph idx="5" type="pic"/>
          </p:nvPr>
        </p:nvSpPr>
        <p:spPr>
          <a:xfrm>
            <a:off x="4669963" y="889200"/>
            <a:ext cx="1741200" cy="20349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4"/>
          <p:cNvSpPr/>
          <p:nvPr>
            <p:ph idx="6" type="pic"/>
          </p:nvPr>
        </p:nvSpPr>
        <p:spPr>
          <a:xfrm>
            <a:off x="6744088" y="889200"/>
            <a:ext cx="1741200" cy="20349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4"/>
          <p:cNvSpPr txBox="1"/>
          <p:nvPr>
            <p:ph idx="7" type="subTitle"/>
          </p:nvPr>
        </p:nvSpPr>
        <p:spPr>
          <a:xfrm>
            <a:off x="-304350" y="3072875"/>
            <a:ext cx="34101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2340"/>
              </a:buClr>
              <a:buSzPts val="1500"/>
              <a:buFont typeface="Open Sans"/>
              <a:buNone/>
              <a:defRPr b="1" i="0" sz="15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300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8" type="subTitle"/>
          </p:nvPr>
        </p:nvSpPr>
        <p:spPr>
          <a:xfrm>
            <a:off x="1778600" y="3367397"/>
            <a:ext cx="3410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2340"/>
              </a:buClr>
              <a:buSzPts val="850"/>
              <a:buFont typeface="Open Sans"/>
              <a:buNone/>
              <a:defRPr sz="85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850"/>
              <a:buNone/>
              <a:defRPr i="1" sz="850"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850"/>
              <a:buNone/>
              <a:defRPr i="1" sz="85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i="1" sz="85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i="1" sz="85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i="1" sz="85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i="1" sz="85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i="1" sz="85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i="1" sz="850"/>
            </a:lvl9pPr>
          </a:lstStyle>
          <a:p/>
        </p:txBody>
      </p:sp>
      <p:sp>
        <p:nvSpPr>
          <p:cNvPr id="34" name="Google Shape;34;p4"/>
          <p:cNvSpPr txBox="1"/>
          <p:nvPr>
            <p:ph idx="9" type="subTitle"/>
          </p:nvPr>
        </p:nvSpPr>
        <p:spPr>
          <a:xfrm>
            <a:off x="1778600" y="3620447"/>
            <a:ext cx="3410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2340"/>
              </a:buClr>
              <a:buSzPts val="1000"/>
              <a:buFont typeface="Open Sans"/>
              <a:buNone/>
              <a:defRPr i="0" sz="10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850"/>
              <a:buNone/>
              <a:defRPr sz="850"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850"/>
              <a:buNone/>
              <a:defRPr sz="85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85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85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85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85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85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850"/>
            </a:lvl9pPr>
          </a:lstStyle>
          <a:p/>
        </p:txBody>
      </p:sp>
      <p:sp>
        <p:nvSpPr>
          <p:cNvPr id="35" name="Google Shape;35;p4"/>
          <p:cNvSpPr txBox="1"/>
          <p:nvPr>
            <p:ph idx="13" type="subTitle"/>
          </p:nvPr>
        </p:nvSpPr>
        <p:spPr>
          <a:xfrm>
            <a:off x="1744150" y="3072875"/>
            <a:ext cx="34101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2340"/>
              </a:buClr>
              <a:buSzPts val="1500"/>
              <a:buFont typeface="Open Sans"/>
              <a:buNone/>
              <a:defRPr b="1" i="0" sz="15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300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4" type="subTitle"/>
          </p:nvPr>
        </p:nvSpPr>
        <p:spPr>
          <a:xfrm>
            <a:off x="3852750" y="3367397"/>
            <a:ext cx="3410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2340"/>
              </a:buClr>
              <a:buSzPts val="850"/>
              <a:buFont typeface="Open Sans"/>
              <a:buNone/>
              <a:defRPr sz="85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850"/>
              <a:buNone/>
              <a:defRPr i="1" sz="850"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850"/>
              <a:buNone/>
              <a:defRPr i="1" sz="85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i="1" sz="85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i="1" sz="85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i="1" sz="85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i="1" sz="85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i="1" sz="85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i="1" sz="850"/>
            </a:lvl9pPr>
          </a:lstStyle>
          <a:p/>
        </p:txBody>
      </p:sp>
      <p:sp>
        <p:nvSpPr>
          <p:cNvPr id="37" name="Google Shape;37;p4"/>
          <p:cNvSpPr txBox="1"/>
          <p:nvPr>
            <p:ph idx="15" type="subTitle"/>
          </p:nvPr>
        </p:nvSpPr>
        <p:spPr>
          <a:xfrm>
            <a:off x="3852750" y="3620447"/>
            <a:ext cx="3410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2340"/>
              </a:buClr>
              <a:buSzPts val="1000"/>
              <a:buFont typeface="Open Sans"/>
              <a:buNone/>
              <a:defRPr i="0" sz="10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850"/>
              <a:buNone/>
              <a:defRPr sz="850"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850"/>
              <a:buNone/>
              <a:defRPr sz="85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85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85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85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85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85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850"/>
            </a:lvl9pPr>
          </a:lstStyle>
          <a:p/>
        </p:txBody>
      </p:sp>
      <p:sp>
        <p:nvSpPr>
          <p:cNvPr id="38" name="Google Shape;38;p4"/>
          <p:cNvSpPr txBox="1"/>
          <p:nvPr>
            <p:ph idx="16" type="subTitle"/>
          </p:nvPr>
        </p:nvSpPr>
        <p:spPr>
          <a:xfrm>
            <a:off x="3818300" y="3072875"/>
            <a:ext cx="34101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2340"/>
              </a:buClr>
              <a:buSzPts val="1500"/>
              <a:buFont typeface="Open Sans"/>
              <a:buNone/>
              <a:defRPr b="1" i="0" sz="15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300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7" type="subTitle"/>
          </p:nvPr>
        </p:nvSpPr>
        <p:spPr>
          <a:xfrm>
            <a:off x="5926875" y="3367397"/>
            <a:ext cx="3410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2340"/>
              </a:buClr>
              <a:buSzPts val="850"/>
              <a:buFont typeface="Open Sans"/>
              <a:buNone/>
              <a:defRPr sz="85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850"/>
              <a:buNone/>
              <a:defRPr i="1" sz="850"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850"/>
              <a:buNone/>
              <a:defRPr i="1" sz="85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i="1" sz="85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i="1" sz="85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i="1" sz="85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i="1" sz="85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i="1" sz="85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i="1" sz="850"/>
            </a:lvl9pPr>
          </a:lstStyle>
          <a:p/>
        </p:txBody>
      </p:sp>
      <p:sp>
        <p:nvSpPr>
          <p:cNvPr id="40" name="Google Shape;40;p4"/>
          <p:cNvSpPr txBox="1"/>
          <p:nvPr>
            <p:ph idx="18" type="subTitle"/>
          </p:nvPr>
        </p:nvSpPr>
        <p:spPr>
          <a:xfrm>
            <a:off x="5926875" y="3620447"/>
            <a:ext cx="34101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2340"/>
              </a:buClr>
              <a:buSzPts val="1000"/>
              <a:buFont typeface="Open Sans"/>
              <a:buNone/>
              <a:defRPr i="0" sz="10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850"/>
              <a:buNone/>
              <a:defRPr sz="850"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850"/>
              <a:buNone/>
              <a:defRPr sz="85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85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85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85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85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85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850"/>
            </a:lvl9pPr>
          </a:lstStyle>
          <a:p/>
        </p:txBody>
      </p:sp>
      <p:sp>
        <p:nvSpPr>
          <p:cNvPr id="41" name="Google Shape;41;p4"/>
          <p:cNvSpPr txBox="1"/>
          <p:nvPr>
            <p:ph idx="19" type="subTitle"/>
          </p:nvPr>
        </p:nvSpPr>
        <p:spPr>
          <a:xfrm>
            <a:off x="5892425" y="3072875"/>
            <a:ext cx="34101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2340"/>
              </a:buClr>
              <a:buSzPts val="1500"/>
              <a:buFont typeface="Open Sans"/>
              <a:buNone/>
              <a:defRPr b="1" i="0" sz="15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300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pic>
        <p:nvPicPr>
          <p:cNvPr id="42" name="Google Shape;42;p4" title="Panel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>
            <a:off x="-83950" y="4682675"/>
            <a:ext cx="9340529" cy="524332"/>
          </a:xfrm>
          <a:custGeom>
            <a:rect b="b" l="l" r="r" t="t"/>
            <a:pathLst>
              <a:path extrusionOk="0" h="524332" w="9270997">
                <a:moveTo>
                  <a:pt x="0" y="0"/>
                </a:moveTo>
                <a:lnTo>
                  <a:pt x="9270997" y="0"/>
                </a:lnTo>
                <a:lnTo>
                  <a:pt x="9270997" y="524332"/>
                </a:lnTo>
                <a:lnTo>
                  <a:pt x="0" y="5243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" name="Google Shape;44;p4"/>
          <p:cNvSpPr/>
          <p:nvPr/>
        </p:nvSpPr>
        <p:spPr>
          <a:xfrm>
            <a:off x="254007" y="4839053"/>
            <a:ext cx="921833" cy="211568"/>
          </a:xfrm>
          <a:custGeom>
            <a:rect b="b" l="l" r="r" t="t"/>
            <a:pathLst>
              <a:path extrusionOk="0" h="211568" w="921833">
                <a:moveTo>
                  <a:pt x="0" y="0"/>
                </a:moveTo>
                <a:lnTo>
                  <a:pt x="921833" y="0"/>
                </a:lnTo>
                <a:lnTo>
                  <a:pt x="921833" y="211568"/>
                </a:lnTo>
                <a:lnTo>
                  <a:pt x="0" y="2115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" name="Google Shape;45;p4"/>
          <p:cNvSpPr/>
          <p:nvPr/>
        </p:nvSpPr>
        <p:spPr>
          <a:xfrm>
            <a:off x="1407291" y="4838428"/>
            <a:ext cx="1037489" cy="212818"/>
          </a:xfrm>
          <a:custGeom>
            <a:rect b="b" l="l" r="r" t="t"/>
            <a:pathLst>
              <a:path extrusionOk="0" h="212818" w="1037489">
                <a:moveTo>
                  <a:pt x="0" y="0"/>
                </a:moveTo>
                <a:lnTo>
                  <a:pt x="1037489" y="0"/>
                </a:lnTo>
                <a:lnTo>
                  <a:pt x="1037489" y="212818"/>
                </a:lnTo>
                <a:lnTo>
                  <a:pt x="0" y="2128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46" name="Google Shape;46;p4"/>
          <p:cNvCxnSpPr/>
          <p:nvPr/>
        </p:nvCxnSpPr>
        <p:spPr>
          <a:xfrm rot="10800000">
            <a:off x="1291566" y="4824253"/>
            <a:ext cx="0" cy="241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Only Slide Light" type="secHead">
  <p:cSld name="SECTION_HEADER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idx="1" type="body"/>
          </p:nvPr>
        </p:nvSpPr>
        <p:spPr>
          <a:xfrm>
            <a:off x="501275" y="1342275"/>
            <a:ext cx="7830300" cy="29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115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2340"/>
              </a:buClr>
              <a:buSzPts val="1300"/>
              <a:buChar char="•"/>
              <a:defRPr i="0" sz="1300">
                <a:solidFill>
                  <a:srgbClr val="002340"/>
                </a:solidFill>
              </a:defRPr>
            </a:lvl1pPr>
            <a:lvl2pPr indent="-31115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2340"/>
              </a:buClr>
              <a:buSzPts val="1300"/>
              <a:buChar char="–"/>
              <a:defRPr>
                <a:solidFill>
                  <a:srgbClr val="002340"/>
                </a:solidFill>
              </a:defRPr>
            </a:lvl2pPr>
            <a:lvl3pPr indent="-31115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2340"/>
              </a:buClr>
              <a:buSzPts val="1300"/>
              <a:buChar char="•"/>
              <a:defRPr sz="1300">
                <a:solidFill>
                  <a:srgbClr val="002340"/>
                </a:solidFill>
              </a:defRPr>
            </a:lvl3pPr>
            <a:lvl4pPr indent="-3111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1300"/>
              <a:buChar char="–"/>
              <a:defRPr sz="1300">
                <a:solidFill>
                  <a:srgbClr val="002340"/>
                </a:solidFill>
              </a:defRPr>
            </a:lvl4pPr>
            <a:lvl5pPr indent="-3111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1300"/>
              <a:buChar char="»"/>
              <a:defRPr sz="1300">
                <a:solidFill>
                  <a:srgbClr val="002340"/>
                </a:solidFill>
              </a:defRPr>
            </a:lvl5pPr>
            <a:lvl6pPr indent="-3111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1300"/>
              <a:buChar char="•"/>
              <a:defRPr sz="1300">
                <a:solidFill>
                  <a:srgbClr val="002340"/>
                </a:solidFill>
              </a:defRPr>
            </a:lvl6pPr>
            <a:lvl7pPr indent="-3111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1300"/>
              <a:buChar char="•"/>
              <a:defRPr sz="1300">
                <a:solidFill>
                  <a:srgbClr val="002340"/>
                </a:solidFill>
              </a:defRPr>
            </a:lvl7pPr>
            <a:lvl8pPr indent="-3111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1300"/>
              <a:buChar char="•"/>
              <a:defRPr sz="1300">
                <a:solidFill>
                  <a:srgbClr val="002340"/>
                </a:solidFill>
              </a:defRPr>
            </a:lvl8pPr>
            <a:lvl9pPr indent="-31115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1300"/>
              <a:buChar char="•"/>
              <a:defRPr sz="1300">
                <a:solidFill>
                  <a:srgbClr val="002340"/>
                </a:solidFill>
              </a:defRPr>
            </a:lvl9pPr>
          </a:lstStyle>
          <a:p/>
        </p:txBody>
      </p:sp>
      <p:sp>
        <p:nvSpPr>
          <p:cNvPr id="49" name="Google Shape;49;p5"/>
          <p:cNvSpPr txBox="1"/>
          <p:nvPr>
            <p:ph type="title"/>
          </p:nvPr>
        </p:nvSpPr>
        <p:spPr>
          <a:xfrm>
            <a:off x="434199" y="415265"/>
            <a:ext cx="7830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3200"/>
              <a:buNone/>
              <a:defRPr sz="3200">
                <a:solidFill>
                  <a:srgbClr val="00234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9pPr>
          </a:lstStyle>
          <a:p/>
        </p:txBody>
      </p:sp>
      <p:sp>
        <p:nvSpPr>
          <p:cNvPr id="50" name="Google Shape;50;p5"/>
          <p:cNvSpPr txBox="1"/>
          <p:nvPr>
            <p:ph idx="2" type="subTitle"/>
          </p:nvPr>
        </p:nvSpPr>
        <p:spPr>
          <a:xfrm>
            <a:off x="501283" y="939680"/>
            <a:ext cx="5826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2340"/>
              </a:buClr>
              <a:buSzPts val="1800"/>
              <a:buFont typeface="Open Sans"/>
              <a:buNone/>
              <a:defRPr sz="18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2340"/>
              </a:buClr>
              <a:buSzPts val="1300"/>
              <a:buNone/>
              <a:defRPr>
                <a:solidFill>
                  <a:srgbClr val="002340"/>
                </a:solidFill>
              </a:defRPr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2340"/>
              </a:buClr>
              <a:buSzPts val="2400"/>
              <a:buNone/>
              <a:defRPr>
                <a:solidFill>
                  <a:srgbClr val="002340"/>
                </a:solidFill>
              </a:defRPr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2000"/>
              <a:buNone/>
              <a:defRPr>
                <a:solidFill>
                  <a:srgbClr val="002340"/>
                </a:solidFill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2000"/>
              <a:buNone/>
              <a:defRPr>
                <a:solidFill>
                  <a:srgbClr val="002340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2000"/>
              <a:buNone/>
              <a:defRPr>
                <a:solidFill>
                  <a:srgbClr val="002340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2000"/>
              <a:buNone/>
              <a:defRPr>
                <a:solidFill>
                  <a:srgbClr val="002340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2000"/>
              <a:buNone/>
              <a:defRPr>
                <a:solidFill>
                  <a:srgbClr val="002340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2000"/>
              <a:buNone/>
              <a:defRPr>
                <a:solidFill>
                  <a:srgbClr val="002340"/>
                </a:solidFill>
              </a:defRPr>
            </a:lvl9pPr>
          </a:lstStyle>
          <a:p/>
        </p:txBody>
      </p:sp>
      <p:pic>
        <p:nvPicPr>
          <p:cNvPr id="51" name="Google Shape;51;p5" title="Text Slide (Light))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5"/>
          <p:cNvSpPr/>
          <p:nvPr/>
        </p:nvSpPr>
        <p:spPr>
          <a:xfrm>
            <a:off x="-83950" y="4682675"/>
            <a:ext cx="9340529" cy="524332"/>
          </a:xfrm>
          <a:custGeom>
            <a:rect b="b" l="l" r="r" t="t"/>
            <a:pathLst>
              <a:path extrusionOk="0" h="524332" w="9270997">
                <a:moveTo>
                  <a:pt x="0" y="0"/>
                </a:moveTo>
                <a:lnTo>
                  <a:pt x="9270997" y="0"/>
                </a:lnTo>
                <a:lnTo>
                  <a:pt x="9270997" y="524332"/>
                </a:lnTo>
                <a:lnTo>
                  <a:pt x="0" y="5243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" name="Google Shape;53;p5"/>
          <p:cNvSpPr/>
          <p:nvPr/>
        </p:nvSpPr>
        <p:spPr>
          <a:xfrm>
            <a:off x="254007" y="4839053"/>
            <a:ext cx="921833" cy="211568"/>
          </a:xfrm>
          <a:custGeom>
            <a:rect b="b" l="l" r="r" t="t"/>
            <a:pathLst>
              <a:path extrusionOk="0" h="211568" w="921833">
                <a:moveTo>
                  <a:pt x="0" y="0"/>
                </a:moveTo>
                <a:lnTo>
                  <a:pt x="921833" y="0"/>
                </a:lnTo>
                <a:lnTo>
                  <a:pt x="921833" y="211568"/>
                </a:lnTo>
                <a:lnTo>
                  <a:pt x="0" y="2115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54" name="Google Shape;54;p5"/>
          <p:cNvCxnSpPr/>
          <p:nvPr/>
        </p:nvCxnSpPr>
        <p:spPr>
          <a:xfrm rot="10800000">
            <a:off x="1291566" y="4824253"/>
            <a:ext cx="0" cy="241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5"/>
          <p:cNvSpPr/>
          <p:nvPr/>
        </p:nvSpPr>
        <p:spPr>
          <a:xfrm>
            <a:off x="1407291" y="4838428"/>
            <a:ext cx="1037489" cy="212818"/>
          </a:xfrm>
          <a:custGeom>
            <a:rect b="b" l="l" r="r" t="t"/>
            <a:pathLst>
              <a:path extrusionOk="0" h="212818" w="1037489">
                <a:moveTo>
                  <a:pt x="0" y="0"/>
                </a:moveTo>
                <a:lnTo>
                  <a:pt x="1037489" y="0"/>
                </a:lnTo>
                <a:lnTo>
                  <a:pt x="1037489" y="212818"/>
                </a:lnTo>
                <a:lnTo>
                  <a:pt x="0" y="2128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Only Slide Dark">
  <p:cSld name="SECTION_HEADER_1">
    <p:bg>
      <p:bgPr>
        <a:solidFill>
          <a:srgbClr val="0C2340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 txBox="1"/>
          <p:nvPr>
            <p:ph idx="1" type="body"/>
          </p:nvPr>
        </p:nvSpPr>
        <p:spPr>
          <a:xfrm>
            <a:off x="501275" y="1342275"/>
            <a:ext cx="7830300" cy="29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115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300"/>
              <a:buChar char="●"/>
              <a:defRPr i="0" sz="1300"/>
            </a:lvl1pPr>
            <a:lvl2pPr indent="-31115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58" name="Google Shape;58;p6"/>
          <p:cNvSpPr txBox="1"/>
          <p:nvPr>
            <p:ph type="title"/>
          </p:nvPr>
        </p:nvSpPr>
        <p:spPr>
          <a:xfrm>
            <a:off x="434199" y="415265"/>
            <a:ext cx="7830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6"/>
          <p:cNvSpPr txBox="1"/>
          <p:nvPr>
            <p:ph idx="2" type="subTitle"/>
          </p:nvPr>
        </p:nvSpPr>
        <p:spPr>
          <a:xfrm>
            <a:off x="501283" y="939680"/>
            <a:ext cx="5826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Font typeface="Open Sans"/>
              <a:buNone/>
              <a:defRPr sz="18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pic>
        <p:nvPicPr>
          <p:cNvPr id="60" name="Google Shape;60;p6" title="Text Slide (Dark))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6"/>
          <p:cNvSpPr/>
          <p:nvPr/>
        </p:nvSpPr>
        <p:spPr>
          <a:xfrm>
            <a:off x="-83950" y="4682675"/>
            <a:ext cx="9340529" cy="524332"/>
          </a:xfrm>
          <a:custGeom>
            <a:rect b="b" l="l" r="r" t="t"/>
            <a:pathLst>
              <a:path extrusionOk="0" h="524332" w="9270997">
                <a:moveTo>
                  <a:pt x="0" y="0"/>
                </a:moveTo>
                <a:lnTo>
                  <a:pt x="9270997" y="0"/>
                </a:lnTo>
                <a:lnTo>
                  <a:pt x="9270997" y="524332"/>
                </a:lnTo>
                <a:lnTo>
                  <a:pt x="0" y="5243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" name="Google Shape;62;p6"/>
          <p:cNvSpPr/>
          <p:nvPr/>
        </p:nvSpPr>
        <p:spPr>
          <a:xfrm>
            <a:off x="254007" y="4839053"/>
            <a:ext cx="921833" cy="211568"/>
          </a:xfrm>
          <a:custGeom>
            <a:rect b="b" l="l" r="r" t="t"/>
            <a:pathLst>
              <a:path extrusionOk="0" h="211568" w="921833">
                <a:moveTo>
                  <a:pt x="0" y="0"/>
                </a:moveTo>
                <a:lnTo>
                  <a:pt x="921833" y="0"/>
                </a:lnTo>
                <a:lnTo>
                  <a:pt x="921833" y="211568"/>
                </a:lnTo>
                <a:lnTo>
                  <a:pt x="0" y="2115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" name="Google Shape;63;p6"/>
          <p:cNvSpPr/>
          <p:nvPr/>
        </p:nvSpPr>
        <p:spPr>
          <a:xfrm>
            <a:off x="1407291" y="4838428"/>
            <a:ext cx="1037489" cy="212818"/>
          </a:xfrm>
          <a:custGeom>
            <a:rect b="b" l="l" r="r" t="t"/>
            <a:pathLst>
              <a:path extrusionOk="0" h="212818" w="1037489">
                <a:moveTo>
                  <a:pt x="0" y="0"/>
                </a:moveTo>
                <a:lnTo>
                  <a:pt x="1037489" y="0"/>
                </a:lnTo>
                <a:lnTo>
                  <a:pt x="1037489" y="212818"/>
                </a:lnTo>
                <a:lnTo>
                  <a:pt x="0" y="2128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64" name="Google Shape;64;p6"/>
          <p:cNvCxnSpPr/>
          <p:nvPr/>
        </p:nvCxnSpPr>
        <p:spPr>
          <a:xfrm rot="10800000">
            <a:off x="1291566" y="4824253"/>
            <a:ext cx="0" cy="241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 Title Card">
  <p:cSld name="BLANK_1_1">
    <p:bg>
      <p:bgPr>
        <a:solidFill>
          <a:schemeClr val="dk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7" title="Alt title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" y="0"/>
            <a:ext cx="914398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 txBox="1"/>
          <p:nvPr>
            <p:ph type="title"/>
          </p:nvPr>
        </p:nvSpPr>
        <p:spPr>
          <a:xfrm>
            <a:off x="575500" y="970925"/>
            <a:ext cx="86091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587081" y="1757427"/>
            <a:ext cx="86475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300"/>
              <a:buNone/>
              <a:defRPr/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8" title="Pic Slide (Light))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9025" y="0"/>
            <a:ext cx="917302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/>
          <p:nvPr>
            <p:ph idx="2" type="pic"/>
          </p:nvPr>
        </p:nvSpPr>
        <p:spPr>
          <a:xfrm>
            <a:off x="4087763" y="291300"/>
            <a:ext cx="4805100" cy="45609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8"/>
          <p:cNvSpPr txBox="1"/>
          <p:nvPr>
            <p:ph idx="1" type="body"/>
          </p:nvPr>
        </p:nvSpPr>
        <p:spPr>
          <a:xfrm>
            <a:off x="360675" y="1809975"/>
            <a:ext cx="2918400" cy="21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115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300"/>
              <a:buChar char="●"/>
              <a:defRPr i="0" sz="1300"/>
            </a:lvl1pPr>
            <a:lvl2pPr indent="-31115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73" name="Google Shape;73;p8"/>
          <p:cNvSpPr txBox="1"/>
          <p:nvPr>
            <p:ph type="title"/>
          </p:nvPr>
        </p:nvSpPr>
        <p:spPr>
          <a:xfrm>
            <a:off x="360680" y="659125"/>
            <a:ext cx="3030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8"/>
          <p:cNvSpPr/>
          <p:nvPr/>
        </p:nvSpPr>
        <p:spPr>
          <a:xfrm>
            <a:off x="-83950" y="4682675"/>
            <a:ext cx="9340529" cy="524332"/>
          </a:xfrm>
          <a:custGeom>
            <a:rect b="b" l="l" r="r" t="t"/>
            <a:pathLst>
              <a:path extrusionOk="0" h="524332" w="9270997">
                <a:moveTo>
                  <a:pt x="0" y="0"/>
                </a:moveTo>
                <a:lnTo>
                  <a:pt x="9270997" y="0"/>
                </a:lnTo>
                <a:lnTo>
                  <a:pt x="9270997" y="524332"/>
                </a:lnTo>
                <a:lnTo>
                  <a:pt x="0" y="5243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5" name="Google Shape;75;p8"/>
          <p:cNvSpPr txBox="1"/>
          <p:nvPr>
            <p:ph idx="3" type="subTitle"/>
          </p:nvPr>
        </p:nvSpPr>
        <p:spPr>
          <a:xfrm>
            <a:off x="414110" y="1293050"/>
            <a:ext cx="3030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Font typeface="Open Sans"/>
              <a:buNone/>
              <a:defRPr sz="18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76" name="Google Shape;76;p8"/>
          <p:cNvSpPr/>
          <p:nvPr/>
        </p:nvSpPr>
        <p:spPr>
          <a:xfrm>
            <a:off x="254007" y="4839053"/>
            <a:ext cx="921833" cy="211568"/>
          </a:xfrm>
          <a:custGeom>
            <a:rect b="b" l="l" r="r" t="t"/>
            <a:pathLst>
              <a:path extrusionOk="0" h="211568" w="921833">
                <a:moveTo>
                  <a:pt x="0" y="0"/>
                </a:moveTo>
                <a:lnTo>
                  <a:pt x="921833" y="0"/>
                </a:lnTo>
                <a:lnTo>
                  <a:pt x="921833" y="211568"/>
                </a:lnTo>
                <a:lnTo>
                  <a:pt x="0" y="2115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77" name="Google Shape;77;p8"/>
          <p:cNvCxnSpPr/>
          <p:nvPr/>
        </p:nvCxnSpPr>
        <p:spPr>
          <a:xfrm rot="10800000">
            <a:off x="1291566" y="4824253"/>
            <a:ext cx="0" cy="241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8"/>
          <p:cNvSpPr/>
          <p:nvPr/>
        </p:nvSpPr>
        <p:spPr>
          <a:xfrm>
            <a:off x="1407291" y="4838428"/>
            <a:ext cx="1037489" cy="212818"/>
          </a:xfrm>
          <a:custGeom>
            <a:rect b="b" l="l" r="r" t="t"/>
            <a:pathLst>
              <a:path extrusionOk="0" h="212818" w="1037489">
                <a:moveTo>
                  <a:pt x="0" y="0"/>
                </a:moveTo>
                <a:lnTo>
                  <a:pt x="1037489" y="0"/>
                </a:lnTo>
                <a:lnTo>
                  <a:pt x="1037489" y="212818"/>
                </a:lnTo>
                <a:lnTo>
                  <a:pt x="0" y="2128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/>
          <p:nvPr>
            <p:ph idx="2" type="pic"/>
          </p:nvPr>
        </p:nvSpPr>
        <p:spPr>
          <a:xfrm>
            <a:off x="305350" y="204250"/>
            <a:ext cx="4944300" cy="46983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9"/>
          <p:cNvSpPr txBox="1"/>
          <p:nvPr>
            <p:ph idx="1" type="body"/>
          </p:nvPr>
        </p:nvSpPr>
        <p:spPr>
          <a:xfrm>
            <a:off x="5947250" y="1809975"/>
            <a:ext cx="2918400" cy="21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115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300"/>
              <a:buChar char="●"/>
              <a:defRPr i="0" sz="1300"/>
            </a:lvl1pPr>
            <a:lvl2pPr indent="-31115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82" name="Google Shape;82;p9"/>
          <p:cNvSpPr txBox="1"/>
          <p:nvPr>
            <p:ph type="title"/>
          </p:nvPr>
        </p:nvSpPr>
        <p:spPr>
          <a:xfrm>
            <a:off x="5947255" y="659125"/>
            <a:ext cx="3030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9"/>
          <p:cNvSpPr txBox="1"/>
          <p:nvPr>
            <p:ph idx="3" type="subTitle"/>
          </p:nvPr>
        </p:nvSpPr>
        <p:spPr>
          <a:xfrm>
            <a:off x="6000685" y="1293050"/>
            <a:ext cx="3030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Font typeface="Open Sans"/>
              <a:buNone/>
              <a:defRPr sz="1800"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300"/>
              <a:buNone/>
              <a:defRPr/>
            </a:lvl2pPr>
            <a:lvl3pPr lvl="2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pic>
        <p:nvPicPr>
          <p:cNvPr id="84" name="Google Shape;84;p9" title="Pic Slide (Light)) (4)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8350"/>
            <a:ext cx="91675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/>
          <p:nvPr/>
        </p:nvSpPr>
        <p:spPr>
          <a:xfrm>
            <a:off x="-83950" y="4682675"/>
            <a:ext cx="9340529" cy="524332"/>
          </a:xfrm>
          <a:custGeom>
            <a:rect b="b" l="l" r="r" t="t"/>
            <a:pathLst>
              <a:path extrusionOk="0" h="524332" w="9270997">
                <a:moveTo>
                  <a:pt x="0" y="0"/>
                </a:moveTo>
                <a:lnTo>
                  <a:pt x="9270997" y="0"/>
                </a:lnTo>
                <a:lnTo>
                  <a:pt x="9270997" y="524332"/>
                </a:lnTo>
                <a:lnTo>
                  <a:pt x="0" y="5243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9"/>
          <p:cNvSpPr/>
          <p:nvPr/>
        </p:nvSpPr>
        <p:spPr>
          <a:xfrm>
            <a:off x="254007" y="4839053"/>
            <a:ext cx="921833" cy="211568"/>
          </a:xfrm>
          <a:custGeom>
            <a:rect b="b" l="l" r="r" t="t"/>
            <a:pathLst>
              <a:path extrusionOk="0" h="211568" w="921833">
                <a:moveTo>
                  <a:pt x="0" y="0"/>
                </a:moveTo>
                <a:lnTo>
                  <a:pt x="921833" y="0"/>
                </a:lnTo>
                <a:lnTo>
                  <a:pt x="921833" y="211568"/>
                </a:lnTo>
                <a:lnTo>
                  <a:pt x="0" y="2115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87" name="Google Shape;87;p9"/>
          <p:cNvCxnSpPr/>
          <p:nvPr/>
        </p:nvCxnSpPr>
        <p:spPr>
          <a:xfrm rot="10800000">
            <a:off x="1291566" y="4824253"/>
            <a:ext cx="0" cy="241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9"/>
          <p:cNvSpPr/>
          <p:nvPr/>
        </p:nvSpPr>
        <p:spPr>
          <a:xfrm>
            <a:off x="1407291" y="4838428"/>
            <a:ext cx="1037489" cy="212818"/>
          </a:xfrm>
          <a:custGeom>
            <a:rect b="b" l="l" r="r" t="t"/>
            <a:pathLst>
              <a:path extrusionOk="0" h="212818" w="1037489">
                <a:moveTo>
                  <a:pt x="0" y="0"/>
                </a:moveTo>
                <a:lnTo>
                  <a:pt x="1037489" y="0"/>
                </a:lnTo>
                <a:lnTo>
                  <a:pt x="1037489" y="212818"/>
                </a:lnTo>
                <a:lnTo>
                  <a:pt x="0" y="2128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vertTitleAndTx">
  <p:cSld name="VERTICAL_TITLE_AND_VERTICAL_TEXT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/>
          <p:nvPr>
            <p:ph idx="2" type="pic"/>
          </p:nvPr>
        </p:nvSpPr>
        <p:spPr>
          <a:xfrm>
            <a:off x="0" y="0"/>
            <a:ext cx="3697800" cy="48243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10"/>
          <p:cNvSpPr txBox="1"/>
          <p:nvPr>
            <p:ph idx="1" type="body"/>
          </p:nvPr>
        </p:nvSpPr>
        <p:spPr>
          <a:xfrm>
            <a:off x="4256500" y="1368850"/>
            <a:ext cx="4363200" cy="21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115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2340"/>
              </a:buClr>
              <a:buSzPts val="1300"/>
              <a:buFont typeface="Open Sans"/>
              <a:buChar char="●"/>
              <a:defRPr i="0" sz="13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115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2340"/>
              </a:buClr>
              <a:buSzPts val="1300"/>
              <a:buChar char="○"/>
              <a:defRPr>
                <a:solidFill>
                  <a:srgbClr val="002340"/>
                </a:solidFill>
              </a:defRPr>
            </a:lvl2pPr>
            <a:lvl3pPr indent="-31115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2340"/>
              </a:buClr>
              <a:buSzPts val="1300"/>
              <a:buChar char="■"/>
              <a:defRPr sz="1300">
                <a:solidFill>
                  <a:srgbClr val="002340"/>
                </a:solidFill>
              </a:defRPr>
            </a:lvl3pPr>
            <a:lvl4pPr indent="-3111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1300"/>
              <a:buChar char="●"/>
              <a:defRPr sz="1300">
                <a:solidFill>
                  <a:srgbClr val="002340"/>
                </a:solidFill>
              </a:defRPr>
            </a:lvl4pPr>
            <a:lvl5pPr indent="-3111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1300"/>
              <a:buChar char="○"/>
              <a:defRPr sz="1300">
                <a:solidFill>
                  <a:srgbClr val="002340"/>
                </a:solidFill>
              </a:defRPr>
            </a:lvl5pPr>
            <a:lvl6pPr indent="-3111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1300"/>
              <a:buChar char="■"/>
              <a:defRPr sz="1300">
                <a:solidFill>
                  <a:srgbClr val="002340"/>
                </a:solidFill>
              </a:defRPr>
            </a:lvl6pPr>
            <a:lvl7pPr indent="-3111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1300"/>
              <a:buChar char="●"/>
              <a:defRPr sz="1300">
                <a:solidFill>
                  <a:srgbClr val="002340"/>
                </a:solidFill>
              </a:defRPr>
            </a:lvl7pPr>
            <a:lvl8pPr indent="-3111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1300"/>
              <a:buChar char="○"/>
              <a:defRPr sz="1300">
                <a:solidFill>
                  <a:srgbClr val="002340"/>
                </a:solidFill>
              </a:defRPr>
            </a:lvl8pPr>
            <a:lvl9pPr indent="-31115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1300"/>
              <a:buChar char="■"/>
              <a:defRPr sz="1300">
                <a:solidFill>
                  <a:srgbClr val="002340"/>
                </a:solidFill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type="title"/>
          </p:nvPr>
        </p:nvSpPr>
        <p:spPr>
          <a:xfrm>
            <a:off x="4246448" y="276550"/>
            <a:ext cx="4383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3200"/>
              <a:buNone/>
              <a:defRPr sz="3200">
                <a:solidFill>
                  <a:srgbClr val="00234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3" type="subTitle"/>
          </p:nvPr>
        </p:nvSpPr>
        <p:spPr>
          <a:xfrm>
            <a:off x="4299875" y="886996"/>
            <a:ext cx="43632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2340"/>
              </a:buClr>
              <a:buSzPts val="1800"/>
              <a:buFont typeface="Open Sans"/>
              <a:buNone/>
              <a:defRPr sz="18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2340"/>
              </a:buClr>
              <a:buSzPts val="1300"/>
              <a:buNone/>
              <a:defRPr>
                <a:solidFill>
                  <a:srgbClr val="002340"/>
                </a:solidFill>
              </a:defRPr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2340"/>
              </a:buClr>
              <a:buSzPts val="2400"/>
              <a:buNone/>
              <a:defRPr>
                <a:solidFill>
                  <a:srgbClr val="002340"/>
                </a:solidFill>
              </a:defRPr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2000"/>
              <a:buNone/>
              <a:defRPr>
                <a:solidFill>
                  <a:srgbClr val="002340"/>
                </a:solidFill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2000"/>
              <a:buNone/>
              <a:defRPr>
                <a:solidFill>
                  <a:srgbClr val="002340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2000"/>
              <a:buNone/>
              <a:defRPr>
                <a:solidFill>
                  <a:srgbClr val="002340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2000"/>
              <a:buNone/>
              <a:defRPr>
                <a:solidFill>
                  <a:srgbClr val="002340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2000"/>
              <a:buNone/>
              <a:defRPr>
                <a:solidFill>
                  <a:srgbClr val="002340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2000"/>
              <a:buNone/>
              <a:defRPr>
                <a:solidFill>
                  <a:srgbClr val="002340"/>
                </a:solidFill>
              </a:defRPr>
            </a:lvl9pPr>
          </a:lstStyle>
          <a:p/>
        </p:txBody>
      </p:sp>
      <p:sp>
        <p:nvSpPr>
          <p:cNvPr id="94" name="Google Shape;94;p10"/>
          <p:cNvSpPr/>
          <p:nvPr/>
        </p:nvSpPr>
        <p:spPr>
          <a:xfrm>
            <a:off x="254007" y="4839053"/>
            <a:ext cx="921833" cy="211568"/>
          </a:xfrm>
          <a:custGeom>
            <a:rect b="b" l="l" r="r" t="t"/>
            <a:pathLst>
              <a:path extrusionOk="0" h="211568" w="921833">
                <a:moveTo>
                  <a:pt x="0" y="0"/>
                </a:moveTo>
                <a:lnTo>
                  <a:pt x="921833" y="0"/>
                </a:lnTo>
                <a:lnTo>
                  <a:pt x="921833" y="211568"/>
                </a:lnTo>
                <a:lnTo>
                  <a:pt x="0" y="2115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95" name="Google Shape;95;p10"/>
          <p:cNvCxnSpPr/>
          <p:nvPr/>
        </p:nvCxnSpPr>
        <p:spPr>
          <a:xfrm rot="10800000">
            <a:off x="1291566" y="4824253"/>
            <a:ext cx="0" cy="241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10"/>
          <p:cNvSpPr/>
          <p:nvPr/>
        </p:nvSpPr>
        <p:spPr>
          <a:xfrm>
            <a:off x="1407291" y="4838428"/>
            <a:ext cx="1037489" cy="212818"/>
          </a:xfrm>
          <a:custGeom>
            <a:rect b="b" l="l" r="r" t="t"/>
            <a:pathLst>
              <a:path extrusionOk="0" h="212818" w="1037489">
                <a:moveTo>
                  <a:pt x="0" y="0"/>
                </a:moveTo>
                <a:lnTo>
                  <a:pt x="1037489" y="0"/>
                </a:lnTo>
                <a:lnTo>
                  <a:pt x="1037489" y="212818"/>
                </a:lnTo>
                <a:lnTo>
                  <a:pt x="0" y="2128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97" name="Google Shape;97;p10" title="Pic Slide (Light)) (5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0"/>
          <p:cNvSpPr/>
          <p:nvPr/>
        </p:nvSpPr>
        <p:spPr>
          <a:xfrm>
            <a:off x="-83950" y="4682675"/>
            <a:ext cx="9340529" cy="524332"/>
          </a:xfrm>
          <a:custGeom>
            <a:rect b="b" l="l" r="r" t="t"/>
            <a:pathLst>
              <a:path extrusionOk="0" h="524332" w="9270997">
                <a:moveTo>
                  <a:pt x="0" y="0"/>
                </a:moveTo>
                <a:lnTo>
                  <a:pt x="9270997" y="0"/>
                </a:lnTo>
                <a:lnTo>
                  <a:pt x="9270997" y="524332"/>
                </a:lnTo>
                <a:lnTo>
                  <a:pt x="0" y="5243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0"/>
          <p:cNvSpPr/>
          <p:nvPr/>
        </p:nvSpPr>
        <p:spPr>
          <a:xfrm>
            <a:off x="254007" y="4839053"/>
            <a:ext cx="921833" cy="211568"/>
          </a:xfrm>
          <a:custGeom>
            <a:rect b="b" l="l" r="r" t="t"/>
            <a:pathLst>
              <a:path extrusionOk="0" h="211568" w="921833">
                <a:moveTo>
                  <a:pt x="0" y="0"/>
                </a:moveTo>
                <a:lnTo>
                  <a:pt x="921833" y="0"/>
                </a:lnTo>
                <a:lnTo>
                  <a:pt x="921833" y="211568"/>
                </a:lnTo>
                <a:lnTo>
                  <a:pt x="0" y="2115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10"/>
          <p:cNvSpPr/>
          <p:nvPr/>
        </p:nvSpPr>
        <p:spPr>
          <a:xfrm>
            <a:off x="1407291" y="4838428"/>
            <a:ext cx="1037489" cy="212818"/>
          </a:xfrm>
          <a:custGeom>
            <a:rect b="b" l="l" r="r" t="t"/>
            <a:pathLst>
              <a:path extrusionOk="0" h="212818" w="1037489">
                <a:moveTo>
                  <a:pt x="0" y="0"/>
                </a:moveTo>
                <a:lnTo>
                  <a:pt x="1037489" y="0"/>
                </a:lnTo>
                <a:lnTo>
                  <a:pt x="1037489" y="212818"/>
                </a:lnTo>
                <a:lnTo>
                  <a:pt x="0" y="2128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1" name="Google Shape;101;p10"/>
          <p:cNvCxnSpPr/>
          <p:nvPr/>
        </p:nvCxnSpPr>
        <p:spPr>
          <a:xfrm rot="10800000">
            <a:off x="1291566" y="4824253"/>
            <a:ext cx="0" cy="241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bg>
      <p:bgPr>
        <a:solidFill>
          <a:srgbClr val="002340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1" title="Pic Slide (Dark))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1"/>
          <p:cNvSpPr/>
          <p:nvPr>
            <p:ph idx="2" type="pic"/>
          </p:nvPr>
        </p:nvSpPr>
        <p:spPr>
          <a:xfrm>
            <a:off x="3980113" y="289775"/>
            <a:ext cx="4837500" cy="43929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1"/>
          <p:cNvSpPr txBox="1"/>
          <p:nvPr>
            <p:ph idx="1" type="body"/>
          </p:nvPr>
        </p:nvSpPr>
        <p:spPr>
          <a:xfrm>
            <a:off x="360675" y="1809975"/>
            <a:ext cx="2918400" cy="21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115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2340"/>
              </a:buClr>
              <a:buSzPts val="1300"/>
              <a:buChar char="●"/>
              <a:defRPr i="0" sz="1300">
                <a:solidFill>
                  <a:srgbClr val="002340"/>
                </a:solidFill>
              </a:defRPr>
            </a:lvl1pPr>
            <a:lvl2pPr indent="-31115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2340"/>
              </a:buClr>
              <a:buSzPts val="1300"/>
              <a:buChar char="○"/>
              <a:defRPr>
                <a:solidFill>
                  <a:srgbClr val="002340"/>
                </a:solidFill>
              </a:defRPr>
            </a:lvl2pPr>
            <a:lvl3pPr indent="-31115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2340"/>
              </a:buClr>
              <a:buSzPts val="1300"/>
              <a:buChar char="■"/>
              <a:defRPr sz="1300">
                <a:solidFill>
                  <a:srgbClr val="002340"/>
                </a:solidFill>
              </a:defRPr>
            </a:lvl3pPr>
            <a:lvl4pPr indent="-3111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1300"/>
              <a:buChar char="●"/>
              <a:defRPr sz="1300">
                <a:solidFill>
                  <a:srgbClr val="002340"/>
                </a:solidFill>
              </a:defRPr>
            </a:lvl4pPr>
            <a:lvl5pPr indent="-3111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1300"/>
              <a:buChar char="○"/>
              <a:defRPr sz="1300">
                <a:solidFill>
                  <a:srgbClr val="002340"/>
                </a:solidFill>
              </a:defRPr>
            </a:lvl5pPr>
            <a:lvl6pPr indent="-3111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1300"/>
              <a:buChar char="■"/>
              <a:defRPr sz="1300">
                <a:solidFill>
                  <a:srgbClr val="002340"/>
                </a:solidFill>
              </a:defRPr>
            </a:lvl6pPr>
            <a:lvl7pPr indent="-3111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1300"/>
              <a:buChar char="●"/>
              <a:defRPr sz="1300">
                <a:solidFill>
                  <a:srgbClr val="002340"/>
                </a:solidFill>
              </a:defRPr>
            </a:lvl7pPr>
            <a:lvl8pPr indent="-3111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1300"/>
              <a:buChar char="○"/>
              <a:defRPr sz="1300">
                <a:solidFill>
                  <a:srgbClr val="002340"/>
                </a:solidFill>
              </a:defRPr>
            </a:lvl8pPr>
            <a:lvl9pPr indent="-31115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1300"/>
              <a:buChar char="■"/>
              <a:defRPr sz="1300">
                <a:solidFill>
                  <a:srgbClr val="002340"/>
                </a:solidFill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type="title"/>
          </p:nvPr>
        </p:nvSpPr>
        <p:spPr>
          <a:xfrm>
            <a:off x="360680" y="659125"/>
            <a:ext cx="3030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3200"/>
              <a:buNone/>
              <a:defRPr sz="3200">
                <a:solidFill>
                  <a:srgbClr val="00234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3" type="subTitle"/>
          </p:nvPr>
        </p:nvSpPr>
        <p:spPr>
          <a:xfrm>
            <a:off x="414110" y="1293050"/>
            <a:ext cx="3030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2340"/>
              </a:buClr>
              <a:buSzPts val="1800"/>
              <a:buFont typeface="Open Sans"/>
              <a:buNone/>
              <a:defRPr sz="18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2340"/>
              </a:buClr>
              <a:buSzPts val="1300"/>
              <a:buNone/>
              <a:defRPr>
                <a:solidFill>
                  <a:srgbClr val="002340"/>
                </a:solidFill>
              </a:defRPr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2340"/>
              </a:buClr>
              <a:buSzPts val="2400"/>
              <a:buNone/>
              <a:defRPr>
                <a:solidFill>
                  <a:srgbClr val="002340"/>
                </a:solidFill>
              </a:defRPr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2000"/>
              <a:buNone/>
              <a:defRPr>
                <a:solidFill>
                  <a:srgbClr val="002340"/>
                </a:solidFill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2000"/>
              <a:buNone/>
              <a:defRPr>
                <a:solidFill>
                  <a:srgbClr val="002340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2000"/>
              <a:buNone/>
              <a:defRPr>
                <a:solidFill>
                  <a:srgbClr val="002340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2000"/>
              <a:buNone/>
              <a:defRPr>
                <a:solidFill>
                  <a:srgbClr val="002340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2000"/>
              <a:buNone/>
              <a:defRPr>
                <a:solidFill>
                  <a:srgbClr val="002340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2000"/>
              <a:buNone/>
              <a:defRPr>
                <a:solidFill>
                  <a:srgbClr val="002340"/>
                </a:solidFill>
              </a:defRPr>
            </a:lvl9pPr>
          </a:lstStyle>
          <a:p/>
        </p:txBody>
      </p:sp>
      <p:pic>
        <p:nvPicPr>
          <p:cNvPr id="108" name="Google Shape;108;p11" title="Pic Slide (Dark)) (2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1"/>
          <p:cNvSpPr/>
          <p:nvPr/>
        </p:nvSpPr>
        <p:spPr>
          <a:xfrm>
            <a:off x="-83950" y="4682675"/>
            <a:ext cx="9340529" cy="524332"/>
          </a:xfrm>
          <a:custGeom>
            <a:rect b="b" l="l" r="r" t="t"/>
            <a:pathLst>
              <a:path extrusionOk="0" h="524332" w="9270997">
                <a:moveTo>
                  <a:pt x="0" y="0"/>
                </a:moveTo>
                <a:lnTo>
                  <a:pt x="9270997" y="0"/>
                </a:lnTo>
                <a:lnTo>
                  <a:pt x="9270997" y="524332"/>
                </a:lnTo>
                <a:lnTo>
                  <a:pt x="0" y="5243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11"/>
          <p:cNvSpPr/>
          <p:nvPr/>
        </p:nvSpPr>
        <p:spPr>
          <a:xfrm>
            <a:off x="254007" y="4839053"/>
            <a:ext cx="921833" cy="211568"/>
          </a:xfrm>
          <a:custGeom>
            <a:rect b="b" l="l" r="r" t="t"/>
            <a:pathLst>
              <a:path extrusionOk="0" h="211568" w="921833">
                <a:moveTo>
                  <a:pt x="0" y="0"/>
                </a:moveTo>
                <a:lnTo>
                  <a:pt x="921833" y="0"/>
                </a:lnTo>
                <a:lnTo>
                  <a:pt x="921833" y="211568"/>
                </a:lnTo>
                <a:lnTo>
                  <a:pt x="0" y="2115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11"/>
          <p:cNvSpPr/>
          <p:nvPr/>
        </p:nvSpPr>
        <p:spPr>
          <a:xfrm>
            <a:off x="1407291" y="4838428"/>
            <a:ext cx="1037489" cy="212818"/>
          </a:xfrm>
          <a:custGeom>
            <a:rect b="b" l="l" r="r" t="t"/>
            <a:pathLst>
              <a:path extrusionOk="0" h="212818" w="1037489">
                <a:moveTo>
                  <a:pt x="0" y="0"/>
                </a:moveTo>
                <a:lnTo>
                  <a:pt x="1037489" y="0"/>
                </a:lnTo>
                <a:lnTo>
                  <a:pt x="1037489" y="212818"/>
                </a:lnTo>
                <a:lnTo>
                  <a:pt x="0" y="2128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12" name="Google Shape;112;p11"/>
          <p:cNvCxnSpPr/>
          <p:nvPr/>
        </p:nvCxnSpPr>
        <p:spPr>
          <a:xfrm rot="10800000">
            <a:off x="1291566" y="4824253"/>
            <a:ext cx="0" cy="241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bg>
      <p:bgPr>
        <a:solidFill>
          <a:srgbClr val="002340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2" title="Pic Slide (Dark)) (3)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2"/>
          <p:cNvSpPr/>
          <p:nvPr>
            <p:ph idx="2" type="pic"/>
          </p:nvPr>
        </p:nvSpPr>
        <p:spPr>
          <a:xfrm>
            <a:off x="254000" y="236375"/>
            <a:ext cx="5028000" cy="41847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2"/>
          <p:cNvSpPr txBox="1"/>
          <p:nvPr>
            <p:ph idx="1" type="body"/>
          </p:nvPr>
        </p:nvSpPr>
        <p:spPr>
          <a:xfrm>
            <a:off x="5947250" y="1809975"/>
            <a:ext cx="2918400" cy="21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115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2340"/>
              </a:buClr>
              <a:buSzPts val="1300"/>
              <a:buChar char="●"/>
              <a:defRPr i="0" sz="1300">
                <a:solidFill>
                  <a:srgbClr val="002340"/>
                </a:solidFill>
              </a:defRPr>
            </a:lvl1pPr>
            <a:lvl2pPr indent="-31115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2340"/>
              </a:buClr>
              <a:buSzPts val="1300"/>
              <a:buChar char="○"/>
              <a:defRPr>
                <a:solidFill>
                  <a:srgbClr val="002340"/>
                </a:solidFill>
              </a:defRPr>
            </a:lvl2pPr>
            <a:lvl3pPr indent="-31115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2340"/>
              </a:buClr>
              <a:buSzPts val="1300"/>
              <a:buChar char="■"/>
              <a:defRPr sz="1300">
                <a:solidFill>
                  <a:srgbClr val="002340"/>
                </a:solidFill>
              </a:defRPr>
            </a:lvl3pPr>
            <a:lvl4pPr indent="-3111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1300"/>
              <a:buChar char="●"/>
              <a:defRPr sz="1300">
                <a:solidFill>
                  <a:srgbClr val="002340"/>
                </a:solidFill>
              </a:defRPr>
            </a:lvl4pPr>
            <a:lvl5pPr indent="-3111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1300"/>
              <a:buChar char="○"/>
              <a:defRPr sz="1300">
                <a:solidFill>
                  <a:srgbClr val="002340"/>
                </a:solidFill>
              </a:defRPr>
            </a:lvl5pPr>
            <a:lvl6pPr indent="-3111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1300"/>
              <a:buChar char="■"/>
              <a:defRPr sz="1300">
                <a:solidFill>
                  <a:srgbClr val="002340"/>
                </a:solidFill>
              </a:defRPr>
            </a:lvl6pPr>
            <a:lvl7pPr indent="-3111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1300"/>
              <a:buChar char="●"/>
              <a:defRPr sz="1300">
                <a:solidFill>
                  <a:srgbClr val="002340"/>
                </a:solidFill>
              </a:defRPr>
            </a:lvl7pPr>
            <a:lvl8pPr indent="-3111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1300"/>
              <a:buChar char="○"/>
              <a:defRPr sz="1300">
                <a:solidFill>
                  <a:srgbClr val="002340"/>
                </a:solidFill>
              </a:defRPr>
            </a:lvl8pPr>
            <a:lvl9pPr indent="-31115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1300"/>
              <a:buChar char="■"/>
              <a:defRPr sz="1300">
                <a:solidFill>
                  <a:srgbClr val="002340"/>
                </a:solidFill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type="title"/>
          </p:nvPr>
        </p:nvSpPr>
        <p:spPr>
          <a:xfrm>
            <a:off x="5947255" y="659125"/>
            <a:ext cx="3030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3200"/>
              <a:buNone/>
              <a:defRPr sz="3200">
                <a:solidFill>
                  <a:srgbClr val="002340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3" type="subTitle"/>
          </p:nvPr>
        </p:nvSpPr>
        <p:spPr>
          <a:xfrm>
            <a:off x="6000685" y="1293050"/>
            <a:ext cx="3030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2340"/>
              </a:buClr>
              <a:buSzPts val="1800"/>
              <a:buFont typeface="Open Sans"/>
              <a:buNone/>
              <a:defRPr sz="18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2340"/>
              </a:buClr>
              <a:buSzPts val="1300"/>
              <a:buNone/>
              <a:defRPr>
                <a:solidFill>
                  <a:srgbClr val="002340"/>
                </a:solidFill>
              </a:defRPr>
            </a:lvl2pPr>
            <a:lvl3pPr lvl="2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2340"/>
              </a:buClr>
              <a:buSzPts val="2400"/>
              <a:buNone/>
              <a:defRPr>
                <a:solidFill>
                  <a:srgbClr val="002340"/>
                </a:solidFill>
              </a:defRPr>
            </a:lvl3pPr>
            <a:lvl4pPr lvl="3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2000"/>
              <a:buNone/>
              <a:defRPr>
                <a:solidFill>
                  <a:srgbClr val="002340"/>
                </a:solidFill>
              </a:defRPr>
            </a:lvl4pPr>
            <a:lvl5pPr lvl="4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2000"/>
              <a:buNone/>
              <a:defRPr>
                <a:solidFill>
                  <a:srgbClr val="002340"/>
                </a:solidFill>
              </a:defRPr>
            </a:lvl5pPr>
            <a:lvl6pPr lvl="5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2000"/>
              <a:buNone/>
              <a:defRPr>
                <a:solidFill>
                  <a:srgbClr val="002340"/>
                </a:solidFill>
              </a:defRPr>
            </a:lvl6pPr>
            <a:lvl7pPr lvl="6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2000"/>
              <a:buNone/>
              <a:defRPr>
                <a:solidFill>
                  <a:srgbClr val="002340"/>
                </a:solidFill>
              </a:defRPr>
            </a:lvl7pPr>
            <a:lvl8pPr lvl="7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2000"/>
              <a:buNone/>
              <a:defRPr>
                <a:solidFill>
                  <a:srgbClr val="002340"/>
                </a:solidFill>
              </a:defRPr>
            </a:lvl8pPr>
            <a:lvl9pPr lvl="8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2000"/>
              <a:buNone/>
              <a:defRPr>
                <a:solidFill>
                  <a:srgbClr val="002340"/>
                </a:solidFill>
              </a:defRPr>
            </a:lvl9pPr>
          </a:lstStyle>
          <a:p/>
        </p:txBody>
      </p:sp>
      <p:pic>
        <p:nvPicPr>
          <p:cNvPr id="119" name="Google Shape;119;p12" title="Pic Slide (Dark)) (4).png"/>
          <p:cNvPicPr preferRelativeResize="0"/>
          <p:nvPr/>
        </p:nvPicPr>
        <p:blipFill rotWithShape="1">
          <a:blip r:embed="rId3">
            <a:alphaModFix/>
          </a:blip>
          <a:srcRect b="0" l="0" r="42237" t="67952"/>
          <a:stretch/>
        </p:blipFill>
        <p:spPr>
          <a:xfrm>
            <a:off x="0" y="3436000"/>
            <a:ext cx="5471501" cy="170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2"/>
          <p:cNvSpPr/>
          <p:nvPr/>
        </p:nvSpPr>
        <p:spPr>
          <a:xfrm>
            <a:off x="-83950" y="4682675"/>
            <a:ext cx="9340529" cy="524332"/>
          </a:xfrm>
          <a:custGeom>
            <a:rect b="b" l="l" r="r" t="t"/>
            <a:pathLst>
              <a:path extrusionOk="0" h="524332" w="9270997">
                <a:moveTo>
                  <a:pt x="0" y="0"/>
                </a:moveTo>
                <a:lnTo>
                  <a:pt x="9270997" y="0"/>
                </a:lnTo>
                <a:lnTo>
                  <a:pt x="9270997" y="524332"/>
                </a:lnTo>
                <a:lnTo>
                  <a:pt x="0" y="5243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12"/>
          <p:cNvSpPr/>
          <p:nvPr/>
        </p:nvSpPr>
        <p:spPr>
          <a:xfrm>
            <a:off x="254007" y="4839053"/>
            <a:ext cx="921833" cy="211568"/>
          </a:xfrm>
          <a:custGeom>
            <a:rect b="b" l="l" r="r" t="t"/>
            <a:pathLst>
              <a:path extrusionOk="0" h="211568" w="921833">
                <a:moveTo>
                  <a:pt x="0" y="0"/>
                </a:moveTo>
                <a:lnTo>
                  <a:pt x="921833" y="0"/>
                </a:lnTo>
                <a:lnTo>
                  <a:pt x="921833" y="211568"/>
                </a:lnTo>
                <a:lnTo>
                  <a:pt x="0" y="2115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12"/>
          <p:cNvSpPr/>
          <p:nvPr/>
        </p:nvSpPr>
        <p:spPr>
          <a:xfrm>
            <a:off x="1407291" y="4838428"/>
            <a:ext cx="1037489" cy="212818"/>
          </a:xfrm>
          <a:custGeom>
            <a:rect b="b" l="l" r="r" t="t"/>
            <a:pathLst>
              <a:path extrusionOk="0" h="212818" w="1037489">
                <a:moveTo>
                  <a:pt x="0" y="0"/>
                </a:moveTo>
                <a:lnTo>
                  <a:pt x="1037489" y="0"/>
                </a:lnTo>
                <a:lnTo>
                  <a:pt x="1037489" y="212818"/>
                </a:lnTo>
                <a:lnTo>
                  <a:pt x="0" y="2128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23" name="Google Shape;123;p12"/>
          <p:cNvCxnSpPr/>
          <p:nvPr/>
        </p:nvCxnSpPr>
        <p:spPr>
          <a:xfrm rot="10800000">
            <a:off x="1291566" y="4824253"/>
            <a:ext cx="0" cy="241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">
  <p:cSld name="CUSTOM_2"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/>
          <p:nvPr>
            <p:ph idx="2" type="pic"/>
          </p:nvPr>
        </p:nvSpPr>
        <p:spPr>
          <a:xfrm>
            <a:off x="4701775" y="360525"/>
            <a:ext cx="3932100" cy="39840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13"/>
          <p:cNvSpPr txBox="1"/>
          <p:nvPr>
            <p:ph idx="1" type="body"/>
          </p:nvPr>
        </p:nvSpPr>
        <p:spPr>
          <a:xfrm>
            <a:off x="465274" y="1563693"/>
            <a:ext cx="3720900" cy="19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115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2340"/>
              </a:buClr>
              <a:buSzPts val="1300"/>
              <a:buChar char="•"/>
              <a:defRPr i="0" sz="1300">
                <a:solidFill>
                  <a:srgbClr val="002340"/>
                </a:solidFill>
              </a:defRPr>
            </a:lvl1pPr>
            <a:lvl2pPr indent="-31115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2340"/>
              </a:buClr>
              <a:buSzPts val="1300"/>
              <a:buChar char="–"/>
              <a:defRPr>
                <a:solidFill>
                  <a:srgbClr val="002340"/>
                </a:solidFill>
              </a:defRPr>
            </a:lvl2pPr>
            <a:lvl3pPr indent="-31115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2340"/>
              </a:buClr>
              <a:buSzPts val="1300"/>
              <a:buChar char="•"/>
              <a:defRPr sz="1300">
                <a:solidFill>
                  <a:srgbClr val="002340"/>
                </a:solidFill>
              </a:defRPr>
            </a:lvl3pPr>
            <a:lvl4pPr indent="-3111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1300"/>
              <a:buChar char="–"/>
              <a:defRPr sz="1300">
                <a:solidFill>
                  <a:srgbClr val="002340"/>
                </a:solidFill>
              </a:defRPr>
            </a:lvl4pPr>
            <a:lvl5pPr indent="-3111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1300"/>
              <a:buChar char="»"/>
              <a:defRPr sz="1300">
                <a:solidFill>
                  <a:srgbClr val="002340"/>
                </a:solidFill>
              </a:defRPr>
            </a:lvl5pPr>
            <a:lvl6pPr indent="-3111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1300"/>
              <a:buChar char="•"/>
              <a:defRPr sz="1300">
                <a:solidFill>
                  <a:srgbClr val="002340"/>
                </a:solidFill>
              </a:defRPr>
            </a:lvl6pPr>
            <a:lvl7pPr indent="-3111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1300"/>
              <a:buChar char="•"/>
              <a:defRPr sz="1300">
                <a:solidFill>
                  <a:srgbClr val="002340"/>
                </a:solidFill>
              </a:defRPr>
            </a:lvl7pPr>
            <a:lvl8pPr indent="-3111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1300"/>
              <a:buChar char="•"/>
              <a:defRPr sz="1300">
                <a:solidFill>
                  <a:srgbClr val="002340"/>
                </a:solidFill>
              </a:defRPr>
            </a:lvl8pPr>
            <a:lvl9pPr indent="-31115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1300"/>
              <a:buChar char="•"/>
              <a:defRPr sz="1300">
                <a:solidFill>
                  <a:srgbClr val="002340"/>
                </a:solidFill>
              </a:defRPr>
            </a:lvl9pPr>
          </a:lstStyle>
          <a:p/>
        </p:txBody>
      </p:sp>
      <p:sp>
        <p:nvSpPr>
          <p:cNvPr id="127" name="Google Shape;127;p13"/>
          <p:cNvSpPr txBox="1"/>
          <p:nvPr>
            <p:ph type="title"/>
          </p:nvPr>
        </p:nvSpPr>
        <p:spPr>
          <a:xfrm>
            <a:off x="433400" y="644400"/>
            <a:ext cx="37209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3200"/>
              <a:buNone/>
              <a:defRPr sz="3200">
                <a:solidFill>
                  <a:srgbClr val="00234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40"/>
              </a:buClr>
              <a:buSzPts val="1400"/>
              <a:buNone/>
              <a:defRPr>
                <a:solidFill>
                  <a:srgbClr val="002340"/>
                </a:solidFill>
              </a:defRPr>
            </a:lvl9pPr>
          </a:lstStyle>
          <a:p/>
        </p:txBody>
      </p:sp>
      <p:sp>
        <p:nvSpPr>
          <p:cNvPr id="128" name="Google Shape;128;p13"/>
          <p:cNvSpPr txBox="1"/>
          <p:nvPr>
            <p:ph idx="3" type="subTitle"/>
          </p:nvPr>
        </p:nvSpPr>
        <p:spPr>
          <a:xfrm>
            <a:off x="465278" y="1066615"/>
            <a:ext cx="27684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2340"/>
              </a:buClr>
              <a:buSzPts val="1800"/>
              <a:buFont typeface="Open Sans"/>
              <a:buNone/>
              <a:defRPr sz="18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2340"/>
              </a:buClr>
              <a:buSzPts val="1300"/>
              <a:buNone/>
              <a:defRPr>
                <a:solidFill>
                  <a:srgbClr val="002340"/>
                </a:solidFill>
              </a:defRPr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2340"/>
              </a:buClr>
              <a:buSzPts val="2400"/>
              <a:buNone/>
              <a:defRPr>
                <a:solidFill>
                  <a:srgbClr val="002340"/>
                </a:solidFill>
              </a:defRPr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2000"/>
              <a:buNone/>
              <a:defRPr>
                <a:solidFill>
                  <a:srgbClr val="002340"/>
                </a:solidFill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2000"/>
              <a:buNone/>
              <a:defRPr>
                <a:solidFill>
                  <a:srgbClr val="002340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2000"/>
              <a:buNone/>
              <a:defRPr>
                <a:solidFill>
                  <a:srgbClr val="002340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2000"/>
              <a:buNone/>
              <a:defRPr>
                <a:solidFill>
                  <a:srgbClr val="002340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2000"/>
              <a:buNone/>
              <a:defRPr>
                <a:solidFill>
                  <a:srgbClr val="002340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2340"/>
              </a:buClr>
              <a:buSzPts val="2000"/>
              <a:buNone/>
              <a:defRPr>
                <a:solidFill>
                  <a:srgbClr val="002340"/>
                </a:solidFill>
              </a:defRPr>
            </a:lvl9pPr>
          </a:lstStyle>
          <a:p/>
        </p:txBody>
      </p:sp>
      <p:pic>
        <p:nvPicPr>
          <p:cNvPr id="129" name="Google Shape;129;p13" title="Speaker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3"/>
          <p:cNvSpPr/>
          <p:nvPr/>
        </p:nvSpPr>
        <p:spPr>
          <a:xfrm>
            <a:off x="-83950" y="4682675"/>
            <a:ext cx="9340529" cy="524332"/>
          </a:xfrm>
          <a:custGeom>
            <a:rect b="b" l="l" r="r" t="t"/>
            <a:pathLst>
              <a:path extrusionOk="0" h="524332" w="9270997">
                <a:moveTo>
                  <a:pt x="0" y="0"/>
                </a:moveTo>
                <a:lnTo>
                  <a:pt x="9270997" y="0"/>
                </a:lnTo>
                <a:lnTo>
                  <a:pt x="9270997" y="524332"/>
                </a:lnTo>
                <a:lnTo>
                  <a:pt x="0" y="5243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13"/>
          <p:cNvSpPr/>
          <p:nvPr/>
        </p:nvSpPr>
        <p:spPr>
          <a:xfrm>
            <a:off x="254007" y="4839053"/>
            <a:ext cx="921833" cy="211568"/>
          </a:xfrm>
          <a:custGeom>
            <a:rect b="b" l="l" r="r" t="t"/>
            <a:pathLst>
              <a:path extrusionOk="0" h="211568" w="921833">
                <a:moveTo>
                  <a:pt x="0" y="0"/>
                </a:moveTo>
                <a:lnTo>
                  <a:pt x="921833" y="0"/>
                </a:lnTo>
                <a:lnTo>
                  <a:pt x="921833" y="211568"/>
                </a:lnTo>
                <a:lnTo>
                  <a:pt x="0" y="2115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13"/>
          <p:cNvSpPr/>
          <p:nvPr/>
        </p:nvSpPr>
        <p:spPr>
          <a:xfrm>
            <a:off x="1407291" y="4838428"/>
            <a:ext cx="1037489" cy="212818"/>
          </a:xfrm>
          <a:custGeom>
            <a:rect b="b" l="l" r="r" t="t"/>
            <a:pathLst>
              <a:path extrusionOk="0" h="212818" w="1037489">
                <a:moveTo>
                  <a:pt x="0" y="0"/>
                </a:moveTo>
                <a:lnTo>
                  <a:pt x="1037489" y="0"/>
                </a:lnTo>
                <a:lnTo>
                  <a:pt x="1037489" y="212818"/>
                </a:lnTo>
                <a:lnTo>
                  <a:pt x="0" y="2128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33" name="Google Shape;133;p13"/>
          <p:cNvCxnSpPr/>
          <p:nvPr/>
        </p:nvCxnSpPr>
        <p:spPr>
          <a:xfrm rot="10800000">
            <a:off x="1291566" y="4824253"/>
            <a:ext cx="0" cy="241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CUSTOM_4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34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"/>
              <a:buNone/>
              <a:defRPr b="1" i="0" sz="4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465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Open Sans SemiBold"/>
              <a:buChar char="•"/>
              <a:defRPr b="0" i="1" sz="2300" u="none" cap="none" strike="noStrike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31115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pen Sans"/>
              <a:buChar char="–"/>
              <a:defRPr b="0" i="0" sz="13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pen Sans"/>
              <a:buChar char="•"/>
              <a:defRPr b="0" i="0" sz="2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pen Sans"/>
              <a:buChar char="–"/>
              <a:defRPr b="0" i="0" sz="2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pen Sans"/>
              <a:buChar char="»"/>
              <a:defRPr b="0" i="0" sz="2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pen Sans"/>
              <a:buChar char="•"/>
              <a:defRPr b="0" i="0" sz="2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pen Sans"/>
              <a:buChar char="•"/>
              <a:defRPr b="0" i="0" sz="2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pen Sans"/>
              <a:buChar char="•"/>
              <a:defRPr b="0" i="0" sz="2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pen Sans"/>
              <a:buChar char="•"/>
              <a:defRPr b="0" i="0" sz="2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1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 txBox="1"/>
          <p:nvPr>
            <p:ph type="title"/>
          </p:nvPr>
        </p:nvSpPr>
        <p:spPr>
          <a:xfrm>
            <a:off x="-18275" y="970920"/>
            <a:ext cx="91995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77778"/>
              <a:buNone/>
            </a:pPr>
            <a:r>
              <a:rPr b="1"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Build It in the Room</a:t>
            </a:r>
            <a:endParaRPr/>
          </a:p>
        </p:txBody>
      </p:sp>
      <p:sp>
        <p:nvSpPr>
          <p:cNvPr id="144" name="Google Shape;144;p16"/>
          <p:cNvSpPr txBox="1"/>
          <p:nvPr>
            <p:ph idx="1" type="subTitle"/>
          </p:nvPr>
        </p:nvSpPr>
        <p:spPr>
          <a:xfrm>
            <a:off x="-5900" y="1757425"/>
            <a:ext cx="92406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74650" lvl="0" marL="4572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300"/>
              <a:buNone/>
            </a:pPr>
            <a:r>
              <a:rPr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What Developers Know About AI That Everyone Else Needs To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914400" y="21031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Jason Reiche  &amp;  Gordon Inman   |   Rio Salado College   |   Thu, Oct 15, 3:15 PM, Room 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title="ChatGPT Image Mar 3, 2026, 04_46_11 PM.png"/>
          <p:cNvPicPr preferRelativeResize="0"/>
          <p:nvPr>
            <p:ph idx="4" type="pic"/>
          </p:nvPr>
        </p:nvPicPr>
        <p:blipFill rotWithShape="1">
          <a:blip r:embed="rId3">
            <a:alphaModFix/>
          </a:blip>
          <a:srcRect b="22571" l="0" r="0" t="-483"/>
          <a:stretch/>
        </p:blipFill>
        <p:spPr>
          <a:xfrm>
            <a:off x="2595825" y="889200"/>
            <a:ext cx="1741199" cy="203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title="GInman-Cartoon-Future.jpg"/>
          <p:cNvPicPr preferRelativeResize="0"/>
          <p:nvPr>
            <p:ph idx="5" type="pic"/>
          </p:nvPr>
        </p:nvPicPr>
        <p:blipFill rotWithShape="1">
          <a:blip r:embed="rId4">
            <a:alphaModFix/>
          </a:blip>
          <a:srcRect b="18187" l="8215" r="4578" t="5395"/>
          <a:stretch/>
        </p:blipFill>
        <p:spPr>
          <a:xfrm>
            <a:off x="4669963" y="889200"/>
            <a:ext cx="1741200" cy="203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>
            <p:ph idx="1" type="subTitle"/>
          </p:nvPr>
        </p:nvSpPr>
        <p:spPr>
          <a:xfrm>
            <a:off x="2294579" y="3286519"/>
            <a:ext cx="23676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850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Software Developer Senior</a:t>
            </a:r>
            <a:endParaRPr sz="1300"/>
          </a:p>
        </p:txBody>
      </p:sp>
      <p:sp>
        <p:nvSpPr>
          <p:cNvPr id="153" name="Google Shape;153;p17"/>
          <p:cNvSpPr txBox="1"/>
          <p:nvPr>
            <p:ph idx="2" type="subTitle"/>
          </p:nvPr>
        </p:nvSpPr>
        <p:spPr>
          <a:xfrm>
            <a:off x="2294579" y="3584500"/>
            <a:ext cx="23676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000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Rio Salado College</a:t>
            </a:r>
            <a:endParaRPr sz="1300"/>
          </a:p>
        </p:txBody>
      </p:sp>
      <p:sp>
        <p:nvSpPr>
          <p:cNvPr id="154" name="Google Shape;154;p17"/>
          <p:cNvSpPr txBox="1"/>
          <p:nvPr>
            <p:ph idx="7" type="subTitle"/>
          </p:nvPr>
        </p:nvSpPr>
        <p:spPr>
          <a:xfrm>
            <a:off x="2270663" y="3036925"/>
            <a:ext cx="23676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74650" lvl="0" marL="4572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None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Jason Reiche</a:t>
            </a:r>
            <a:endParaRPr/>
          </a:p>
        </p:txBody>
      </p:sp>
      <p:sp>
        <p:nvSpPr>
          <p:cNvPr id="155" name="Google Shape;155;p17"/>
          <p:cNvSpPr txBox="1"/>
          <p:nvPr>
            <p:ph idx="1" type="subTitle"/>
          </p:nvPr>
        </p:nvSpPr>
        <p:spPr>
          <a:xfrm>
            <a:off x="4368729" y="3286519"/>
            <a:ext cx="23676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850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Tri-Chair, MCCCD AI Resource Center</a:t>
            </a:r>
            <a:endParaRPr sz="1300"/>
          </a:p>
        </p:txBody>
      </p:sp>
      <p:sp>
        <p:nvSpPr>
          <p:cNvPr id="156" name="Google Shape;156;p17"/>
          <p:cNvSpPr txBox="1"/>
          <p:nvPr>
            <p:ph idx="2" type="subTitle"/>
          </p:nvPr>
        </p:nvSpPr>
        <p:spPr>
          <a:xfrm>
            <a:off x="4368729" y="3584500"/>
            <a:ext cx="23676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000"/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Rio Salado College</a:t>
            </a:r>
            <a:endParaRPr sz="1300"/>
          </a:p>
        </p:txBody>
      </p:sp>
      <p:sp>
        <p:nvSpPr>
          <p:cNvPr id="157" name="Google Shape;157;p17"/>
          <p:cNvSpPr txBox="1"/>
          <p:nvPr>
            <p:ph idx="7" type="subTitle"/>
          </p:nvPr>
        </p:nvSpPr>
        <p:spPr>
          <a:xfrm>
            <a:off x="4344813" y="3036925"/>
            <a:ext cx="23676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74650" lvl="0" marL="4572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8108"/>
              <a:buNone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Gordon Inman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411480" y="2743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Your facilitators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idx="2" type="subTitle"/>
          </p:nvPr>
        </p:nvSpPr>
        <p:spPr>
          <a:xfrm>
            <a:off x="501283" y="939680"/>
            <a:ext cx="5826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76471"/>
              <a:buNone/>
            </a:pPr>
            <a:r>
              <a:rPr b="1" lang="en-US" sz="1200">
                <a:solidFill>
                  <a:srgbClr val="9CD05A"/>
                </a:solidFill>
                <a:latin typeface="Open Sans"/>
                <a:ea typeface="Open Sans"/>
                <a:cs typeface="Open Sans"/>
                <a:sym typeface="Open Sans"/>
              </a:rPr>
              <a:t>GET THE REPO</a:t>
            </a:r>
            <a:endParaRPr/>
          </a:p>
        </p:txBody>
      </p:sp>
      <p:sp>
        <p:nvSpPr>
          <p:cNvPr id="164" name="Google Shape;164;p18"/>
          <p:cNvSpPr txBox="1"/>
          <p:nvPr>
            <p:ph type="title"/>
          </p:nvPr>
        </p:nvSpPr>
        <p:spPr>
          <a:xfrm>
            <a:off x="434199" y="415265"/>
            <a:ext cx="7830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1616"/>
              <a:buNone/>
            </a:pPr>
            <a:r>
              <a:rPr b="1" lang="en-US" sz="2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Fork the starter kit and follow along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2743200" y="1325880"/>
            <a:ext cx="56694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github.com/ExploreLearnMake/build-it-in-the-room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Fork it, or download the ZIP.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Open it in Claude Cowork, VS Code, or any AI coding tool.</a:t>
            </a:r>
            <a:endParaRPr/>
          </a:p>
        </p:txBody>
      </p:sp>
      <p:pic>
        <p:nvPicPr>
          <p:cNvPr id="166" name="Google Shape;166;p18" title="QR - Session 2 GitHub rep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20" y="1371600"/>
            <a:ext cx="2011680" cy="2011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-18275" y="970920"/>
            <a:ext cx="91995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77778"/>
              <a:buNone/>
            </a:pPr>
            <a:r>
              <a:rPr b="1"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Describe it. Hope. Spend an hour fixing it.</a:t>
            </a:r>
            <a:endParaRPr/>
          </a:p>
        </p:txBody>
      </p:sp>
      <p:sp>
        <p:nvSpPr>
          <p:cNvPr id="172" name="Google Shape;172;p19"/>
          <p:cNvSpPr txBox="1"/>
          <p:nvPr>
            <p:ph idx="1" type="subTitle"/>
          </p:nvPr>
        </p:nvSpPr>
        <p:spPr>
          <a:xfrm>
            <a:off x="-5900" y="1757425"/>
            <a:ext cx="92406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74650" lvl="0" marL="4572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300"/>
              <a:buNone/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That's how most people build with AI today.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title"/>
          </p:nvPr>
        </p:nvSpPr>
        <p:spPr>
          <a:xfrm>
            <a:off x="434200" y="415275"/>
            <a:ext cx="81381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1616"/>
              <a:buNone/>
            </a:pPr>
            <a:r>
              <a:rPr b="1" lang="en-US" sz="22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Developers write down what it must do before anyone builds</a:t>
            </a:r>
            <a:endParaRPr/>
          </a:p>
        </p:txBody>
      </p:sp>
      <p:sp>
        <p:nvSpPr>
          <p:cNvPr id="178" name="Google Shape;178;p20"/>
          <p:cNvSpPr txBox="1"/>
          <p:nvPr>
            <p:ph idx="2" type="subTitle"/>
          </p:nvPr>
        </p:nvSpPr>
        <p:spPr>
          <a:xfrm>
            <a:off x="501283" y="939680"/>
            <a:ext cx="5826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76471"/>
              <a:buNone/>
            </a:pPr>
            <a:r>
              <a:rPr b="1" lang="en-US" sz="1200">
                <a:solidFill>
                  <a:srgbClr val="6BA31A"/>
                </a:solidFill>
                <a:latin typeface="Open Sans"/>
                <a:ea typeface="Open Sans"/>
                <a:cs typeface="Open Sans"/>
                <a:sym typeface="Open Sans"/>
              </a:rPr>
              <a:t>TODAY'S GOAL</a:t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457200" y="1371600"/>
            <a:ext cx="1318260" cy="640080"/>
          </a:xfrm>
          <a:prstGeom prst="homePlate">
            <a:avLst>
              <a:gd fmla="val 50000" name="adj"/>
            </a:avLst>
          </a:prstGeom>
          <a:solidFill>
            <a:srgbClr val="00234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You pick it</a:t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1821180" y="1371600"/>
            <a:ext cx="1318260" cy="640080"/>
          </a:xfrm>
          <a:prstGeom prst="chevron">
            <a:avLst>
              <a:gd fmla="val 50000" name="adj"/>
            </a:avLst>
          </a:prstGeom>
          <a:solidFill>
            <a:srgbClr val="002340"/>
          </a:solidFill>
          <a:ln>
            <a:noFill/>
          </a:ln>
        </p:spPr>
        <p:txBody>
          <a:bodyPr anchorCtr="0" anchor="ctr" bIns="45700" lIns="164575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Specify</a:t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3185160" y="1371600"/>
            <a:ext cx="1318260" cy="640080"/>
          </a:xfrm>
          <a:prstGeom prst="chevron">
            <a:avLst>
              <a:gd fmla="val 50000" name="adj"/>
            </a:avLst>
          </a:prstGeom>
          <a:solidFill>
            <a:srgbClr val="002340"/>
          </a:solidFill>
          <a:ln>
            <a:noFill/>
          </a:ln>
        </p:spPr>
        <p:txBody>
          <a:bodyPr anchorCtr="0" anchor="ctr" bIns="45700" lIns="164575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Plan</a:t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4549140" y="1371600"/>
            <a:ext cx="1318260" cy="640080"/>
          </a:xfrm>
          <a:prstGeom prst="chevron">
            <a:avLst>
              <a:gd fmla="val 50000" name="adj"/>
            </a:avLst>
          </a:prstGeom>
          <a:solidFill>
            <a:srgbClr val="002340"/>
          </a:solidFill>
          <a:ln>
            <a:noFill/>
          </a:ln>
        </p:spPr>
        <p:txBody>
          <a:bodyPr anchorCtr="0" anchor="ctr" bIns="45700" lIns="164575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Tasks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5913120" y="1371600"/>
            <a:ext cx="1318260" cy="640080"/>
          </a:xfrm>
          <a:prstGeom prst="chevron">
            <a:avLst>
              <a:gd fmla="val 50000" name="adj"/>
            </a:avLst>
          </a:prstGeom>
          <a:solidFill>
            <a:srgbClr val="002340"/>
          </a:solidFill>
          <a:ln>
            <a:noFill/>
          </a:ln>
        </p:spPr>
        <p:txBody>
          <a:bodyPr anchorCtr="0" anchor="ctr" bIns="45700" lIns="164575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Build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7277100" y="1371600"/>
            <a:ext cx="1318260" cy="640080"/>
          </a:xfrm>
          <a:prstGeom prst="chevron">
            <a:avLst>
              <a:gd fmla="val 50000" name="adj"/>
            </a:avLst>
          </a:prstGeom>
          <a:solidFill>
            <a:srgbClr val="002340"/>
          </a:solidFill>
          <a:ln>
            <a:noFill/>
          </a:ln>
        </p:spPr>
        <p:txBody>
          <a:bodyPr anchorCtr="0" anchor="ctr" bIns="45700" lIns="164575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Demo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457200" y="2240280"/>
            <a:ext cx="8138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You propose a small tool and vote on it. We write its requirements together, then watch AI build it from those documents.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You leave with the templates and a starter repo to do the same next week.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idx="2" type="subTitle"/>
          </p:nvPr>
        </p:nvSpPr>
        <p:spPr>
          <a:xfrm>
            <a:off x="501283" y="939680"/>
            <a:ext cx="5826300" cy="284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76471"/>
              <a:buNone/>
            </a:pPr>
            <a:r>
              <a:rPr b="1" lang="en-US" sz="1200">
                <a:solidFill>
                  <a:srgbClr val="9CD05A"/>
                </a:solidFill>
                <a:latin typeface="Open Sans"/>
                <a:ea typeface="Open Sans"/>
                <a:cs typeface="Open Sans"/>
                <a:sym typeface="Open Sans"/>
              </a:rPr>
              <a:t>YOUR TURN</a:t>
            </a:r>
            <a:endParaRPr/>
          </a:p>
        </p:txBody>
      </p:sp>
      <p:sp>
        <p:nvSpPr>
          <p:cNvPr id="191" name="Google Shape;191;p21"/>
          <p:cNvSpPr txBox="1"/>
          <p:nvPr>
            <p:ph type="title"/>
          </p:nvPr>
        </p:nvSpPr>
        <p:spPr>
          <a:xfrm>
            <a:off x="434199" y="415265"/>
            <a:ext cx="7830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1616"/>
              <a:buNone/>
            </a:pPr>
            <a:r>
              <a:rPr b="1" lang="en-US" sz="2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Pitch a tool, then vote for the one we build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2743200" y="1325880"/>
            <a:ext cx="5669400" cy="13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Keep it small enough to build in 15 minutes.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One screen, one kind of user, one job. Then +1 the idea you want built.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Examples: a five-question quiz, a branching scenario, a tuition or mileage calculator, a policy checklist.</a:t>
            </a:r>
            <a:endParaRPr/>
          </a:p>
        </p:txBody>
      </p:sp>
      <p:pic>
        <p:nvPicPr>
          <p:cNvPr id="193" name="Google Shape;193;p21" title="QR - Session 2 IdeaBoardz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76480"/>
            <a:ext cx="2103120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/>
          <p:nvPr/>
        </p:nvSpPr>
        <p:spPr>
          <a:xfrm rot="240258">
            <a:off x="7615107" y="318071"/>
            <a:ext cx="1280225" cy="777399"/>
          </a:xfrm>
          <a:prstGeom prst="rect">
            <a:avLst/>
          </a:prstGeom>
          <a:solidFill>
            <a:srgbClr val="FFE59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IdeaBoardz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time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 txBox="1"/>
          <p:nvPr>
            <p:ph type="title"/>
          </p:nvPr>
        </p:nvSpPr>
        <p:spPr>
          <a:xfrm>
            <a:off x="434199" y="415265"/>
            <a:ext cx="7830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1616"/>
              <a:buNone/>
            </a:pPr>
            <a:r>
              <a:rPr b="1" lang="en-US" sz="22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Ship something small, then make it better</a:t>
            </a:r>
            <a:endParaRPr/>
          </a:p>
        </p:txBody>
      </p:sp>
      <p:sp>
        <p:nvSpPr>
          <p:cNvPr id="200" name="Google Shape;200;p22"/>
          <p:cNvSpPr txBox="1"/>
          <p:nvPr>
            <p:ph idx="2" type="subTitle"/>
          </p:nvPr>
        </p:nvSpPr>
        <p:spPr>
          <a:xfrm>
            <a:off x="501283" y="939680"/>
            <a:ext cx="5826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76471"/>
              <a:buNone/>
            </a:pPr>
            <a:r>
              <a:rPr b="1" lang="en-US" sz="1200">
                <a:solidFill>
                  <a:srgbClr val="6BA31A"/>
                </a:solidFill>
                <a:latin typeface="Open Sans"/>
                <a:ea typeface="Open Sans"/>
                <a:cs typeface="Open Sans"/>
                <a:sym typeface="Open Sans"/>
              </a:rPr>
              <a:t>HOW DEVELOPERS THINK</a:t>
            </a:r>
            <a:endParaRPr/>
          </a:p>
        </p:txBody>
      </p:sp>
      <p:sp>
        <p:nvSpPr>
          <p:cNvPr id="201" name="Google Shape;201;p22"/>
          <p:cNvSpPr/>
          <p:nvPr/>
        </p:nvSpPr>
        <p:spPr>
          <a:xfrm>
            <a:off x="457200" y="1371600"/>
            <a:ext cx="2606040" cy="1463040"/>
          </a:xfrm>
          <a:prstGeom prst="roundRect">
            <a:avLst>
              <a:gd fmla="val 8000" name="adj"/>
            </a:avLst>
          </a:prstGeom>
          <a:solidFill>
            <a:srgbClr val="002340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Minimum viable product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smallest version that does the one job</a:t>
            </a:r>
            <a:endParaRPr/>
          </a:p>
        </p:txBody>
      </p:sp>
      <p:sp>
        <p:nvSpPr>
          <p:cNvPr id="202" name="Google Shape;202;p22"/>
          <p:cNvSpPr/>
          <p:nvPr/>
        </p:nvSpPr>
        <p:spPr>
          <a:xfrm>
            <a:off x="3218688" y="1371600"/>
            <a:ext cx="2606040" cy="1463040"/>
          </a:xfrm>
          <a:prstGeom prst="roundRect">
            <a:avLst>
              <a:gd fmla="val 8000" name="adj"/>
            </a:avLst>
          </a:prstGeom>
          <a:solidFill>
            <a:srgbClr val="1A6FB0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Sprints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Short build cycles with a review at the end of each</a:t>
            </a:r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5980176" y="1371600"/>
            <a:ext cx="2606040" cy="1463040"/>
          </a:xfrm>
          <a:prstGeom prst="roundRect">
            <a:avLst>
              <a:gd fmla="val 8000" name="adj"/>
            </a:avLst>
          </a:prstGeom>
          <a:solidFill>
            <a:srgbClr val="6BA31A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Fail forward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broken first version tells you what to fix next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3"/>
          <p:cNvSpPr txBox="1"/>
          <p:nvPr>
            <p:ph type="title"/>
          </p:nvPr>
        </p:nvSpPr>
        <p:spPr>
          <a:xfrm>
            <a:off x="434199" y="415265"/>
            <a:ext cx="7830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1616"/>
              <a:buNone/>
            </a:pPr>
            <a:r>
              <a:rPr b="1" lang="en-US" sz="22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Vibe coding starts with a wish; spec work starts with a doc</a:t>
            </a:r>
            <a:endParaRPr/>
          </a:p>
        </p:txBody>
      </p:sp>
      <p:sp>
        <p:nvSpPr>
          <p:cNvPr id="209" name="Google Shape;209;p23"/>
          <p:cNvSpPr txBox="1"/>
          <p:nvPr>
            <p:ph idx="2" type="subTitle"/>
          </p:nvPr>
        </p:nvSpPr>
        <p:spPr>
          <a:xfrm>
            <a:off x="501283" y="939680"/>
            <a:ext cx="5826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76471"/>
              <a:buNone/>
            </a:pPr>
            <a:r>
              <a:rPr b="1" lang="en-US" sz="1200">
                <a:solidFill>
                  <a:srgbClr val="6BA31A"/>
                </a:solidFill>
                <a:latin typeface="Open Sans"/>
                <a:ea typeface="Open Sans"/>
                <a:cs typeface="Open Sans"/>
                <a:sym typeface="Open Sans"/>
              </a:rPr>
              <a:t>TWO WAYS TO BUILD WITH AI</a:t>
            </a:r>
            <a:endParaRPr/>
          </a:p>
        </p:txBody>
      </p:sp>
      <p:sp>
        <p:nvSpPr>
          <p:cNvPr id="210" name="Google Shape;210;p23"/>
          <p:cNvSpPr/>
          <p:nvPr/>
        </p:nvSpPr>
        <p:spPr>
          <a:xfrm>
            <a:off x="457200" y="1371600"/>
            <a:ext cx="3931920" cy="2377440"/>
          </a:xfrm>
          <a:prstGeom prst="roundRect">
            <a:avLst>
              <a:gd fmla="val 8000" name="adj"/>
            </a:avLst>
          </a:prstGeom>
          <a:solidFill>
            <a:srgbClr val="EEF3F7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Vibe coding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Describe the idea in a chat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Accept what comes back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Fix by trial and error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Great for a quick sketch</a:t>
            </a:r>
            <a:endParaRPr/>
          </a:p>
        </p:txBody>
      </p:sp>
      <p:sp>
        <p:nvSpPr>
          <p:cNvPr id="211" name="Google Shape;211;p23"/>
          <p:cNvSpPr/>
          <p:nvPr/>
        </p:nvSpPr>
        <p:spPr>
          <a:xfrm>
            <a:off x="4617720" y="1371600"/>
            <a:ext cx="3977639" cy="2377440"/>
          </a:xfrm>
          <a:prstGeom prst="roundRect">
            <a:avLst>
              <a:gd fmla="val 8000" name="adj"/>
            </a:avLst>
          </a:prstGeom>
          <a:solidFill>
            <a:srgbClr val="002340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Spec-driven development (SDD)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Write requirements first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AI asks questions before building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Each fix updates the document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Holds up as the project grows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"/>
          <p:cNvSpPr txBox="1"/>
          <p:nvPr>
            <p:ph type="title"/>
          </p:nvPr>
        </p:nvSpPr>
        <p:spPr>
          <a:xfrm>
            <a:off x="434199" y="415265"/>
            <a:ext cx="7830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1616"/>
              <a:buNone/>
            </a:pPr>
            <a:r>
              <a:rPr lang="en-US" sz="2200"/>
              <a:t>Three documents, each answering one question</a:t>
            </a:r>
            <a:endParaRPr/>
          </a:p>
        </p:txBody>
      </p:sp>
      <p:sp>
        <p:nvSpPr>
          <p:cNvPr id="217" name="Google Shape;217;p24"/>
          <p:cNvSpPr txBox="1"/>
          <p:nvPr>
            <p:ph idx="2" type="subTitle"/>
          </p:nvPr>
        </p:nvSpPr>
        <p:spPr>
          <a:xfrm>
            <a:off x="501283" y="939680"/>
            <a:ext cx="5826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76471"/>
              <a:buNone/>
            </a:pPr>
            <a:r>
              <a:rPr b="1" lang="en-US" sz="1200">
                <a:solidFill>
                  <a:srgbClr val="6BA31A"/>
                </a:solidFill>
                <a:latin typeface="Open Sans"/>
                <a:ea typeface="Open Sans"/>
                <a:cs typeface="Open Sans"/>
                <a:sym typeface="Open Sans"/>
              </a:rPr>
              <a:t>THE GROUNDWORK</a:t>
            </a:r>
            <a:endParaRPr/>
          </a:p>
        </p:txBody>
      </p:sp>
      <p:sp>
        <p:nvSpPr>
          <p:cNvPr id="218" name="Google Shape;218;p24"/>
          <p:cNvSpPr/>
          <p:nvPr/>
        </p:nvSpPr>
        <p:spPr>
          <a:xfrm>
            <a:off x="457200" y="1371600"/>
            <a:ext cx="2606100" cy="1554600"/>
          </a:xfrm>
          <a:prstGeom prst="roundRect">
            <a:avLst>
              <a:gd fmla="val 8000" name="adj"/>
            </a:avLst>
          </a:prstGeom>
          <a:solidFill>
            <a:srgbClr val="002340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SPEC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What must it do?</a:t>
            </a:r>
            <a:endParaRPr/>
          </a:p>
        </p:txBody>
      </p:sp>
      <p:sp>
        <p:nvSpPr>
          <p:cNvPr id="219" name="Google Shape;219;p24"/>
          <p:cNvSpPr/>
          <p:nvPr/>
        </p:nvSpPr>
        <p:spPr>
          <a:xfrm>
            <a:off x="3218688" y="1371600"/>
            <a:ext cx="2606100" cy="1554600"/>
          </a:xfrm>
          <a:prstGeom prst="roundRect">
            <a:avLst>
              <a:gd fmla="val 8000" name="adj"/>
            </a:avLst>
          </a:prstGeom>
          <a:solidFill>
            <a:srgbClr val="207890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How does it do it?</a:t>
            </a:r>
            <a:endParaRPr/>
          </a:p>
        </p:txBody>
      </p:sp>
      <p:sp>
        <p:nvSpPr>
          <p:cNvPr id="220" name="Google Shape;220;p24"/>
          <p:cNvSpPr/>
          <p:nvPr/>
        </p:nvSpPr>
        <p:spPr>
          <a:xfrm>
            <a:off x="5989320" y="1371600"/>
            <a:ext cx="2606100" cy="1554600"/>
          </a:xfrm>
          <a:prstGeom prst="roundRect">
            <a:avLst>
              <a:gd fmla="val 8000" name="adj"/>
            </a:avLst>
          </a:prstGeom>
          <a:solidFill>
            <a:srgbClr val="6BA31A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Why is it built this way?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457200" y="3108960"/>
            <a:ext cx="81381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A6B7B"/>
                </a:solidFill>
                <a:latin typeface="Open Sans"/>
                <a:ea typeface="Open Sans"/>
                <a:cs typeface="Open Sans"/>
                <a:sym typeface="Open Sans"/>
              </a:rPr>
              <a:t>Every SPEC requirement is written in EARS. You only need the SPEC and the TAD to start.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 txBox="1"/>
          <p:nvPr>
            <p:ph type="title"/>
          </p:nvPr>
        </p:nvSpPr>
        <p:spPr>
          <a:xfrm>
            <a:off x="434199" y="415265"/>
            <a:ext cx="7830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1616"/>
              <a:buNone/>
            </a:pPr>
            <a:r>
              <a:rPr b="1" lang="en-US" sz="22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EARS gives every requirement the same shape</a:t>
            </a:r>
            <a:endParaRPr/>
          </a:p>
        </p:txBody>
      </p:sp>
      <p:sp>
        <p:nvSpPr>
          <p:cNvPr id="227" name="Google Shape;227;p25"/>
          <p:cNvSpPr txBox="1"/>
          <p:nvPr>
            <p:ph idx="2" type="subTitle"/>
          </p:nvPr>
        </p:nvSpPr>
        <p:spPr>
          <a:xfrm>
            <a:off x="501283" y="939680"/>
            <a:ext cx="5826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76471"/>
              <a:buNone/>
            </a:pPr>
            <a:r>
              <a:rPr b="1" lang="en-US" sz="1200">
                <a:solidFill>
                  <a:srgbClr val="6BA31A"/>
                </a:solidFill>
                <a:latin typeface="Open Sans"/>
                <a:ea typeface="Open Sans"/>
                <a:cs typeface="Open Sans"/>
                <a:sym typeface="Open Sans"/>
              </a:rPr>
              <a:t>EASY APPROACH TO REQUIREMENTS SYNTAX</a:t>
            </a:r>
            <a:endParaRPr/>
          </a:p>
        </p:txBody>
      </p:sp>
      <p:sp>
        <p:nvSpPr>
          <p:cNvPr id="228" name="Google Shape;228;p25"/>
          <p:cNvSpPr/>
          <p:nvPr/>
        </p:nvSpPr>
        <p:spPr>
          <a:xfrm>
            <a:off x="457200" y="1325880"/>
            <a:ext cx="1645920" cy="429768"/>
          </a:xfrm>
          <a:prstGeom prst="roundRect">
            <a:avLst>
              <a:gd fmla="val 8000" name="adj"/>
            </a:avLst>
          </a:prstGeom>
          <a:solidFill>
            <a:srgbClr val="002340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Always</a:t>
            </a:r>
            <a:endParaRPr/>
          </a:p>
        </p:txBody>
      </p:sp>
      <p:sp>
        <p:nvSpPr>
          <p:cNvPr id="229" name="Google Shape;229;p25"/>
          <p:cNvSpPr txBox="1"/>
          <p:nvPr/>
        </p:nvSpPr>
        <p:spPr>
          <a:xfrm>
            <a:off x="2240280" y="1325880"/>
            <a:ext cx="63093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The quiz </a:t>
            </a:r>
            <a:r>
              <a:rPr b="1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shall</a:t>
            </a:r>
            <a:r>
              <a:rPr b="0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 show one question at a time.</a:t>
            </a:r>
            <a:endParaRPr/>
          </a:p>
        </p:txBody>
      </p:sp>
      <p:sp>
        <p:nvSpPr>
          <p:cNvPr id="230" name="Google Shape;230;p25"/>
          <p:cNvSpPr/>
          <p:nvPr/>
        </p:nvSpPr>
        <p:spPr>
          <a:xfrm>
            <a:off x="457200" y="1828800"/>
            <a:ext cx="1645920" cy="429768"/>
          </a:xfrm>
          <a:prstGeom prst="roundRect">
            <a:avLst>
              <a:gd fmla="val 8000" name="adj"/>
            </a:avLst>
          </a:prstGeom>
          <a:solidFill>
            <a:srgbClr val="002340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When (event)</a:t>
            </a:r>
            <a:endParaRPr/>
          </a:p>
        </p:txBody>
      </p:sp>
      <p:sp>
        <p:nvSpPr>
          <p:cNvPr id="231" name="Google Shape;231;p25"/>
          <p:cNvSpPr txBox="1"/>
          <p:nvPr/>
        </p:nvSpPr>
        <p:spPr>
          <a:xfrm>
            <a:off x="2240280" y="1828800"/>
            <a:ext cx="63093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When</a:t>
            </a:r>
            <a:r>
              <a:rPr b="0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 the learner submits an answer, the quiz </a:t>
            </a:r>
            <a:r>
              <a:rPr b="1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shall</a:t>
            </a:r>
            <a:r>
              <a:rPr b="0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 show feedback.</a:t>
            </a:r>
            <a:endParaRPr/>
          </a:p>
        </p:txBody>
      </p:sp>
      <p:sp>
        <p:nvSpPr>
          <p:cNvPr id="232" name="Google Shape;232;p25"/>
          <p:cNvSpPr/>
          <p:nvPr/>
        </p:nvSpPr>
        <p:spPr>
          <a:xfrm>
            <a:off x="457200" y="2331720"/>
            <a:ext cx="1645920" cy="429768"/>
          </a:xfrm>
          <a:prstGeom prst="roundRect">
            <a:avLst>
              <a:gd fmla="val 8000" name="adj"/>
            </a:avLst>
          </a:prstGeom>
          <a:solidFill>
            <a:srgbClr val="002340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While (state)</a:t>
            </a:r>
            <a:endParaRPr/>
          </a:p>
        </p:txBody>
      </p:sp>
      <p:sp>
        <p:nvSpPr>
          <p:cNvPr id="233" name="Google Shape;233;p25"/>
          <p:cNvSpPr txBox="1"/>
          <p:nvPr/>
        </p:nvSpPr>
        <p:spPr>
          <a:xfrm>
            <a:off x="2240280" y="2331720"/>
            <a:ext cx="63093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While</a:t>
            </a:r>
            <a:r>
              <a:rPr b="0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 a timer is running, the quiz </a:t>
            </a:r>
            <a:r>
              <a:rPr b="1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shall</a:t>
            </a:r>
            <a:r>
              <a:rPr b="0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 display time remaining.</a:t>
            </a:r>
            <a:endParaRPr/>
          </a:p>
        </p:txBody>
      </p:sp>
      <p:sp>
        <p:nvSpPr>
          <p:cNvPr id="234" name="Google Shape;234;p25"/>
          <p:cNvSpPr/>
          <p:nvPr/>
        </p:nvSpPr>
        <p:spPr>
          <a:xfrm>
            <a:off x="457200" y="2834640"/>
            <a:ext cx="1645920" cy="429768"/>
          </a:xfrm>
          <a:prstGeom prst="roundRect">
            <a:avLst>
              <a:gd fmla="val 8000" name="adj"/>
            </a:avLst>
          </a:prstGeom>
          <a:solidFill>
            <a:srgbClr val="002340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If (unwanted)</a:t>
            </a:r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2240280" y="2834640"/>
            <a:ext cx="63093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If</a:t>
            </a:r>
            <a:r>
              <a:rPr b="0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 no answer is selected, </a:t>
            </a:r>
            <a:r>
              <a:rPr b="1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then</a:t>
            </a:r>
            <a:r>
              <a:rPr b="0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 the quiz </a:t>
            </a:r>
            <a:r>
              <a:rPr b="1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shall</a:t>
            </a:r>
            <a:r>
              <a:rPr b="0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 disable Submit.</a:t>
            </a:r>
            <a:endParaRPr/>
          </a:p>
        </p:txBody>
      </p:sp>
      <p:sp>
        <p:nvSpPr>
          <p:cNvPr id="236" name="Google Shape;236;p25"/>
          <p:cNvSpPr/>
          <p:nvPr/>
        </p:nvSpPr>
        <p:spPr>
          <a:xfrm>
            <a:off x="457200" y="3337560"/>
            <a:ext cx="1645920" cy="429768"/>
          </a:xfrm>
          <a:prstGeom prst="roundRect">
            <a:avLst>
              <a:gd fmla="val 8000" name="adj"/>
            </a:avLst>
          </a:prstGeom>
          <a:solidFill>
            <a:srgbClr val="002340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Where (option)</a:t>
            </a:r>
            <a:endParaRPr/>
          </a:p>
        </p:txBody>
      </p:sp>
      <p:sp>
        <p:nvSpPr>
          <p:cNvPr id="237" name="Google Shape;237;p25"/>
          <p:cNvSpPr txBox="1"/>
          <p:nvPr/>
        </p:nvSpPr>
        <p:spPr>
          <a:xfrm>
            <a:off x="2240280" y="3337560"/>
            <a:ext cx="63093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Where</a:t>
            </a:r>
            <a:r>
              <a:rPr b="0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 audio is enabled, the quiz </a:t>
            </a:r>
            <a:r>
              <a:rPr b="1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shall</a:t>
            </a:r>
            <a:r>
              <a:rPr b="0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 read questions aloud.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 txBox="1"/>
          <p:nvPr>
            <p:ph type="title"/>
          </p:nvPr>
        </p:nvSpPr>
        <p:spPr>
          <a:xfrm>
            <a:off x="434199" y="415265"/>
            <a:ext cx="7830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1616"/>
              <a:buNone/>
            </a:pPr>
            <a:r>
              <a:rPr b="1" lang="en-US" sz="22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A TAD says how the tool works and where it lives</a:t>
            </a:r>
            <a:endParaRPr/>
          </a:p>
        </p:txBody>
      </p:sp>
      <p:sp>
        <p:nvSpPr>
          <p:cNvPr id="243" name="Google Shape;243;p26"/>
          <p:cNvSpPr txBox="1"/>
          <p:nvPr>
            <p:ph idx="2" type="subTitle"/>
          </p:nvPr>
        </p:nvSpPr>
        <p:spPr>
          <a:xfrm>
            <a:off x="501283" y="939680"/>
            <a:ext cx="5826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76471"/>
              <a:buNone/>
            </a:pPr>
            <a:r>
              <a:rPr b="1" lang="en-US" sz="1200">
                <a:solidFill>
                  <a:srgbClr val="6BA31A"/>
                </a:solidFill>
                <a:latin typeface="Open Sans"/>
                <a:ea typeface="Open Sans"/>
                <a:cs typeface="Open Sans"/>
                <a:sym typeface="Open Sans"/>
              </a:rPr>
              <a:t>TECHNICAL ARCHITECTURE DOCUMENT</a:t>
            </a:r>
            <a:endParaRPr/>
          </a:p>
        </p:txBody>
      </p:sp>
      <p:sp>
        <p:nvSpPr>
          <p:cNvPr id="244" name="Google Shape;244;p26"/>
          <p:cNvSpPr txBox="1"/>
          <p:nvPr/>
        </p:nvSpPr>
        <p:spPr>
          <a:xfrm>
            <a:off x="457200" y="13258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Users and purpose</a:t>
            </a:r>
            <a:endParaRPr/>
          </a:p>
        </p:txBody>
      </p:sp>
      <p:sp>
        <p:nvSpPr>
          <p:cNvPr id="245" name="Google Shape;245;p26"/>
          <p:cNvSpPr txBox="1"/>
          <p:nvPr/>
        </p:nvSpPr>
        <p:spPr>
          <a:xfrm>
            <a:off x="2651760" y="13258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Who opens it, and what they need done</a:t>
            </a:r>
            <a:endParaRPr/>
          </a:p>
        </p:txBody>
      </p:sp>
      <p:sp>
        <p:nvSpPr>
          <p:cNvPr id="246" name="Google Shape;246;p26"/>
          <p:cNvSpPr txBox="1"/>
          <p:nvPr/>
        </p:nvSpPr>
        <p:spPr>
          <a:xfrm>
            <a:off x="457200" y="18288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Platform</a:t>
            </a:r>
            <a:endParaRPr/>
          </a:p>
        </p:txBody>
      </p:sp>
      <p:sp>
        <p:nvSpPr>
          <p:cNvPr id="247" name="Google Shape;247;p26"/>
          <p:cNvSpPr txBox="1"/>
          <p:nvPr/>
        </p:nvSpPr>
        <p:spPr>
          <a:xfrm>
            <a:off x="2651760" y="1828800"/>
            <a:ext cx="32919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Decided ahead: a one-file embed for almost any site</a:t>
            </a:r>
            <a:endParaRPr/>
          </a:p>
        </p:txBody>
      </p:sp>
      <p:sp>
        <p:nvSpPr>
          <p:cNvPr id="248" name="Google Shape;248;p26"/>
          <p:cNvSpPr txBox="1"/>
          <p:nvPr/>
        </p:nvSpPr>
        <p:spPr>
          <a:xfrm>
            <a:off x="457200" y="233172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Data</a:t>
            </a:r>
            <a:endParaRPr/>
          </a:p>
        </p:txBody>
      </p:sp>
      <p:sp>
        <p:nvSpPr>
          <p:cNvPr id="249" name="Google Shape;249;p26"/>
          <p:cNvSpPr txBox="1"/>
          <p:nvPr/>
        </p:nvSpPr>
        <p:spPr>
          <a:xfrm>
            <a:off x="2651760" y="233172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What it stores, and what it must never store</a:t>
            </a:r>
            <a:endParaRPr/>
          </a:p>
        </p:txBody>
      </p:sp>
      <p:sp>
        <p:nvSpPr>
          <p:cNvPr id="250" name="Google Shape;250;p26"/>
          <p:cNvSpPr txBox="1"/>
          <p:nvPr/>
        </p:nvSpPr>
        <p:spPr>
          <a:xfrm>
            <a:off x="457200" y="283464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Constraints</a:t>
            </a:r>
            <a:endParaRPr/>
          </a:p>
        </p:txBody>
      </p:sp>
      <p:sp>
        <p:nvSpPr>
          <p:cNvPr id="251" name="Google Shape;251;p26"/>
          <p:cNvSpPr txBox="1"/>
          <p:nvPr/>
        </p:nvSpPr>
        <p:spPr>
          <a:xfrm>
            <a:off x="2651760" y="283464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Accessibility, privacy, no login</a:t>
            </a:r>
            <a:endParaRPr/>
          </a:p>
        </p:txBody>
      </p:sp>
      <p:sp>
        <p:nvSpPr>
          <p:cNvPr id="252" name="Google Shape;252;p26"/>
          <p:cNvSpPr txBox="1"/>
          <p:nvPr/>
        </p:nvSpPr>
        <p:spPr>
          <a:xfrm>
            <a:off x="457200" y="333756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Out of scope</a:t>
            </a:r>
            <a:endParaRPr/>
          </a:p>
        </p:txBody>
      </p:sp>
      <p:sp>
        <p:nvSpPr>
          <p:cNvPr id="253" name="Google Shape;253;p26"/>
          <p:cNvSpPr txBox="1"/>
          <p:nvPr/>
        </p:nvSpPr>
        <p:spPr>
          <a:xfrm>
            <a:off x="2651760" y="333756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What we are deliberately not building</a:t>
            </a:r>
            <a:endParaRPr/>
          </a:p>
        </p:txBody>
      </p:sp>
      <p:sp>
        <p:nvSpPr>
          <p:cNvPr id="254" name="Google Shape;254;p26"/>
          <p:cNvSpPr/>
          <p:nvPr/>
        </p:nvSpPr>
        <p:spPr>
          <a:xfrm>
            <a:off x="6217920" y="1371600"/>
            <a:ext cx="2377440" cy="2011680"/>
          </a:xfrm>
          <a:prstGeom prst="roundRect">
            <a:avLst>
              <a:gd fmla="val 8000" name="adj"/>
            </a:avLst>
          </a:prstGeom>
          <a:solidFill>
            <a:srgbClr val="EEF3F7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Work with your IT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Your platforms and rules shape the TAD. Bring them in early.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7"/>
          <p:cNvSpPr txBox="1"/>
          <p:nvPr>
            <p:ph type="title"/>
          </p:nvPr>
        </p:nvSpPr>
        <p:spPr>
          <a:xfrm>
            <a:off x="434199" y="415265"/>
            <a:ext cx="7830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1616"/>
              <a:buNone/>
            </a:pPr>
            <a:r>
              <a:rPr b="1" lang="en-US" sz="22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Accessibility is decided before the build, in ADR-001</a:t>
            </a:r>
            <a:endParaRPr/>
          </a:p>
        </p:txBody>
      </p:sp>
      <p:sp>
        <p:nvSpPr>
          <p:cNvPr id="260" name="Google Shape;260;p27"/>
          <p:cNvSpPr txBox="1"/>
          <p:nvPr>
            <p:ph idx="2" type="subTitle"/>
          </p:nvPr>
        </p:nvSpPr>
        <p:spPr>
          <a:xfrm>
            <a:off x="501283" y="939680"/>
            <a:ext cx="5826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76471"/>
              <a:buNone/>
            </a:pPr>
            <a:r>
              <a:rPr b="1" lang="en-US" sz="1200">
                <a:solidFill>
                  <a:srgbClr val="6BA31A"/>
                </a:solidFill>
                <a:latin typeface="Open Sans"/>
                <a:ea typeface="Open Sans"/>
                <a:cs typeface="Open Sans"/>
                <a:sym typeface="Open Sans"/>
              </a:rPr>
              <a:t>ARCHITECTURAL DECISION RECORD</a:t>
            </a:r>
            <a:endParaRPr/>
          </a:p>
        </p:txBody>
      </p:sp>
      <p:sp>
        <p:nvSpPr>
          <p:cNvPr id="261" name="Google Shape;261;p27"/>
          <p:cNvSpPr/>
          <p:nvPr/>
        </p:nvSpPr>
        <p:spPr>
          <a:xfrm>
            <a:off x="457200" y="1371600"/>
            <a:ext cx="3931920" cy="2331720"/>
          </a:xfrm>
          <a:prstGeom prst="roundRect">
            <a:avLst>
              <a:gd fmla="val 8000" name="adj"/>
            </a:avLst>
          </a:prstGeom>
          <a:solidFill>
            <a:srgbClr val="002340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decision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Everything we build targets WCAG 2.2 AA. WCAG 2.1 AA is the floor.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AI reads this file before writing any code.</a:t>
            </a:r>
            <a:endParaRPr/>
          </a:p>
        </p:txBody>
      </p:sp>
      <p:sp>
        <p:nvSpPr>
          <p:cNvPr id="262" name="Google Shape;262;p27"/>
          <p:cNvSpPr/>
          <p:nvPr/>
        </p:nvSpPr>
        <p:spPr>
          <a:xfrm>
            <a:off x="4617720" y="1371600"/>
            <a:ext cx="3977639" cy="2331720"/>
          </a:xfrm>
          <a:prstGeom prst="roundRect">
            <a:avLst>
              <a:gd fmla="val 8000" name="adj"/>
            </a:avLst>
          </a:prstGeom>
          <a:solidFill>
            <a:srgbClr val="EEF3F7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Why it matters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The ADA Title II web rule requires WCAG 2.1 AA for public colleges and agencies.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DOJ moved the large-entity deadline to April 26, 2027. The standard didn't change.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 txBox="1"/>
          <p:nvPr>
            <p:ph type="title"/>
          </p:nvPr>
        </p:nvSpPr>
        <p:spPr>
          <a:xfrm>
            <a:off x="434199" y="415265"/>
            <a:ext cx="7830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1616"/>
              <a:buNone/>
            </a:pPr>
            <a:r>
              <a:rPr b="1" lang="en-US" sz="22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Let the AI interview you before it builds anything</a:t>
            </a:r>
            <a:endParaRPr/>
          </a:p>
        </p:txBody>
      </p:sp>
      <p:sp>
        <p:nvSpPr>
          <p:cNvPr id="268" name="Google Shape;268;p28"/>
          <p:cNvSpPr txBox="1"/>
          <p:nvPr>
            <p:ph idx="2" type="subTitle"/>
          </p:nvPr>
        </p:nvSpPr>
        <p:spPr>
          <a:xfrm>
            <a:off x="501283" y="939680"/>
            <a:ext cx="5826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76471"/>
              <a:buNone/>
            </a:pPr>
            <a:r>
              <a:rPr b="1" lang="en-US" sz="1200">
                <a:solidFill>
                  <a:srgbClr val="6BA31A"/>
                </a:solidFill>
                <a:latin typeface="Open Sans"/>
                <a:ea typeface="Open Sans"/>
                <a:cs typeface="Open Sans"/>
                <a:sym typeface="Open Sans"/>
              </a:rPr>
              <a:t>SPARRING BEFORE BUILDING</a:t>
            </a:r>
            <a:endParaRPr/>
          </a:p>
        </p:txBody>
      </p:sp>
      <p:sp>
        <p:nvSpPr>
          <p:cNvPr id="269" name="Google Shape;269;p28"/>
          <p:cNvSpPr/>
          <p:nvPr/>
        </p:nvSpPr>
        <p:spPr>
          <a:xfrm>
            <a:off x="457200" y="1371600"/>
            <a:ext cx="8138160" cy="1143000"/>
          </a:xfrm>
          <a:prstGeom prst="roundRect">
            <a:avLst>
              <a:gd fmla="val 8000" name="adj"/>
            </a:avLst>
          </a:prstGeom>
          <a:solidFill>
            <a:srgbClr val="002340"/>
          </a:solidFill>
          <a:ln>
            <a:noFill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"Before you write any code, interview me. Ask one question at a time about who will use this, what it must do, what it must not do, and how we'll know it works."</a:t>
            </a:r>
            <a:endParaRPr/>
          </a:p>
        </p:txBody>
      </p:sp>
      <p:sp>
        <p:nvSpPr>
          <p:cNvPr id="270" name="Google Shape;270;p28"/>
          <p:cNvSpPr txBox="1"/>
          <p:nvPr/>
        </p:nvSpPr>
        <p:spPr>
          <a:xfrm>
            <a:off x="457200" y="2743200"/>
            <a:ext cx="8138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Then ask it to argue with your plan. Gaps show up in the questions you can't answer.</a:t>
            </a:r>
            <a:endParaRPr/>
          </a:p>
        </p:txBody>
      </p:sp>
      <p:sp>
        <p:nvSpPr>
          <p:cNvPr id="271" name="Google Shape;271;p28"/>
          <p:cNvSpPr/>
          <p:nvPr/>
        </p:nvSpPr>
        <p:spPr>
          <a:xfrm rot="240258">
            <a:off x="7615107" y="318071"/>
            <a:ext cx="1280225" cy="777399"/>
          </a:xfrm>
          <a:prstGeom prst="rect">
            <a:avLst/>
          </a:prstGeom>
          <a:solidFill>
            <a:srgbClr val="FFE59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IdeaBoardz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vote closes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 txBox="1"/>
          <p:nvPr>
            <p:ph type="title"/>
          </p:nvPr>
        </p:nvSpPr>
        <p:spPr>
          <a:xfrm>
            <a:off x="434199" y="415265"/>
            <a:ext cx="7830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1616"/>
              <a:buNone/>
            </a:pPr>
            <a:r>
              <a:rPr b="1" lang="en-US" sz="22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Plain-text Markdown files are the project's memory</a:t>
            </a:r>
            <a:endParaRPr/>
          </a:p>
        </p:txBody>
      </p:sp>
      <p:sp>
        <p:nvSpPr>
          <p:cNvPr id="277" name="Google Shape;277;p29"/>
          <p:cNvSpPr txBox="1"/>
          <p:nvPr>
            <p:ph idx="2" type="subTitle"/>
          </p:nvPr>
        </p:nvSpPr>
        <p:spPr>
          <a:xfrm>
            <a:off x="501283" y="939680"/>
            <a:ext cx="5826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76471"/>
              <a:buNone/>
            </a:pPr>
            <a:r>
              <a:rPr b="1" lang="en-US" sz="1200">
                <a:solidFill>
                  <a:srgbClr val="6BA31A"/>
                </a:solidFill>
                <a:latin typeface="Open Sans"/>
                <a:ea typeface="Open Sans"/>
                <a:cs typeface="Open Sans"/>
                <a:sym typeface="Open Sans"/>
              </a:rPr>
              <a:t>SETTING UP THE PROJECT</a:t>
            </a:r>
            <a:endParaRPr/>
          </a:p>
        </p:txBody>
      </p:sp>
      <p:sp>
        <p:nvSpPr>
          <p:cNvPr id="278" name="Google Shape;278;p29"/>
          <p:cNvSpPr txBox="1"/>
          <p:nvPr/>
        </p:nvSpPr>
        <p:spPr>
          <a:xfrm>
            <a:off x="457200" y="1325880"/>
            <a:ext cx="4572000" cy="19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2340"/>
                </a:solidFill>
                <a:latin typeface="Courier New"/>
                <a:ea typeface="Courier New"/>
                <a:cs typeface="Courier New"/>
                <a:sym typeface="Courier New"/>
              </a:rPr>
              <a:t>build-it-in-the-room/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2340"/>
                </a:solidFill>
                <a:latin typeface="Courier New"/>
                <a:ea typeface="Courier New"/>
                <a:cs typeface="Courier New"/>
                <a:sym typeface="Courier New"/>
              </a:rPr>
              <a:t>  AGENTS.md   map for any AI agent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2340"/>
                </a:solidFill>
                <a:latin typeface="Courier New"/>
                <a:ea typeface="Courier New"/>
                <a:cs typeface="Courier New"/>
                <a:sym typeface="Courier New"/>
              </a:rPr>
              <a:t>  CLAUDE.md   notes just for Claude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2340"/>
                </a:solidFill>
                <a:latin typeface="Courier New"/>
                <a:ea typeface="Courier New"/>
                <a:cs typeface="Courier New"/>
                <a:sym typeface="Courier New"/>
              </a:rPr>
              <a:t>  docs/SPEC.md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2340"/>
                </a:solidFill>
                <a:latin typeface="Courier New"/>
                <a:ea typeface="Courier New"/>
                <a:cs typeface="Courier New"/>
                <a:sym typeface="Courier New"/>
              </a:rPr>
              <a:t>  docs/</a:t>
            </a:r>
            <a:r>
              <a:rPr b="0" i="0" lang="en-US" sz="1200" cap="none" strike="noStrike">
                <a:solidFill>
                  <a:srgbClr val="002340"/>
                </a:solidFill>
                <a:latin typeface="Courier New"/>
                <a:ea typeface="Courier New"/>
                <a:cs typeface="Courier New"/>
                <a:sym typeface="Courier New"/>
              </a:rPr>
              <a:t>TAD.md</a:t>
            </a:r>
            <a:endParaRPr b="0" i="0" sz="1200" u="none" cap="none" strike="noStrike">
              <a:solidFill>
                <a:srgbClr val="00234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2340"/>
                </a:solidFill>
                <a:latin typeface="Courier New"/>
                <a:ea typeface="Courier New"/>
                <a:cs typeface="Courier New"/>
                <a:sym typeface="Courier New"/>
              </a:rPr>
              <a:t>  docs/TASKS.md</a:t>
            </a:r>
            <a:endParaRPr sz="1200">
              <a:solidFill>
                <a:srgbClr val="00234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234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1200">
                <a:solidFill>
                  <a:srgbClr val="002340"/>
                </a:solidFill>
                <a:latin typeface="Courier New"/>
                <a:ea typeface="Courier New"/>
                <a:cs typeface="Courier New"/>
                <a:sym typeface="Courier New"/>
              </a:rPr>
              <a:t>docs/ADRs/   decisions made up front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2340"/>
                </a:solidFill>
                <a:latin typeface="Courier New"/>
                <a:ea typeface="Courier New"/>
                <a:cs typeface="Courier New"/>
                <a:sym typeface="Courier New"/>
              </a:rPr>
              <a:t>  prompts/   prompts we used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2340"/>
                </a:solidFill>
                <a:latin typeface="Courier New"/>
                <a:ea typeface="Courier New"/>
                <a:cs typeface="Courier New"/>
                <a:sym typeface="Courier New"/>
              </a:rPr>
              <a:t>  skills/   platform know-how</a:t>
            </a:r>
            <a:endParaRPr b="0" i="0" sz="1200" u="none" cap="none" strike="noStrike">
              <a:solidFill>
                <a:srgbClr val="00234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2340"/>
                </a:solidFill>
                <a:latin typeface="Courier New"/>
                <a:ea typeface="Courier New"/>
                <a:cs typeface="Courier New"/>
                <a:sym typeface="Courier New"/>
              </a:rPr>
              <a:t>  builds/   finished tools</a:t>
            </a:r>
            <a:endParaRPr sz="1200">
              <a:solidFill>
                <a:srgbClr val="00234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9" name="Google Shape;279;p29"/>
          <p:cNvSpPr/>
          <p:nvPr/>
        </p:nvSpPr>
        <p:spPr>
          <a:xfrm>
            <a:off x="5303520" y="1371600"/>
            <a:ext cx="3291840" cy="2286000"/>
          </a:xfrm>
          <a:prstGeom prst="roundRect">
            <a:avLst>
              <a:gd fmla="val 8000" name="adj"/>
            </a:avLst>
          </a:prstGeom>
          <a:solidFill>
            <a:srgbClr val="EEF3F7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Why Markdown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Humans and AI both read it easily.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Any tool can open it, so your docs outlive whichever AI you use this year.</a:t>
            </a:r>
            <a:endParaRPr/>
          </a:p>
        </p:txBody>
      </p:sp>
      <p:sp>
        <p:nvSpPr>
          <p:cNvPr id="280" name="Google Shape;280;p29"/>
          <p:cNvSpPr/>
          <p:nvPr/>
        </p:nvSpPr>
        <p:spPr>
          <a:xfrm rot="240258">
            <a:off x="7615107" y="318071"/>
            <a:ext cx="1280225" cy="777399"/>
          </a:xfrm>
          <a:prstGeom prst="rect">
            <a:avLst/>
          </a:prstGeom>
          <a:solidFill>
            <a:srgbClr val="9FC5E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Browser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repo tour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0"/>
          <p:cNvSpPr txBox="1"/>
          <p:nvPr>
            <p:ph type="title"/>
          </p:nvPr>
        </p:nvSpPr>
        <p:spPr>
          <a:xfrm>
            <a:off x="575500" y="970925"/>
            <a:ext cx="86091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77778"/>
              <a:buNone/>
            </a:pPr>
            <a:r>
              <a:rPr b="1"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Now we build it, in the room</a:t>
            </a:r>
            <a:endParaRPr/>
          </a:p>
        </p:txBody>
      </p:sp>
      <p:sp>
        <p:nvSpPr>
          <p:cNvPr id="286" name="Google Shape;286;p30"/>
          <p:cNvSpPr txBox="1"/>
          <p:nvPr>
            <p:ph idx="1" type="subTitle"/>
          </p:nvPr>
        </p:nvSpPr>
        <p:spPr>
          <a:xfrm>
            <a:off x="587081" y="1757427"/>
            <a:ext cx="86475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74650" lvl="0" marL="4572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300"/>
              <a:buNone/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Specify  ›  Plan  ›  Tasks  ›  Implement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"/>
          <p:cNvSpPr txBox="1"/>
          <p:nvPr>
            <p:ph type="title"/>
          </p:nvPr>
        </p:nvSpPr>
        <p:spPr>
          <a:xfrm>
            <a:off x="434199" y="415265"/>
            <a:ext cx="7830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1616"/>
              <a:buNone/>
            </a:pPr>
            <a:r>
              <a:rPr b="1" lang="en-US" sz="22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Turn the room's answers into SPEC.md</a:t>
            </a:r>
            <a:endParaRPr/>
          </a:p>
        </p:txBody>
      </p:sp>
      <p:sp>
        <p:nvSpPr>
          <p:cNvPr id="292" name="Google Shape;292;p31"/>
          <p:cNvSpPr txBox="1"/>
          <p:nvPr>
            <p:ph idx="2" type="subTitle"/>
          </p:nvPr>
        </p:nvSpPr>
        <p:spPr>
          <a:xfrm>
            <a:off x="501283" y="939680"/>
            <a:ext cx="5826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76471"/>
              <a:buNone/>
            </a:pPr>
            <a:r>
              <a:rPr b="1" lang="en-US" sz="1200">
                <a:solidFill>
                  <a:srgbClr val="6BA31A"/>
                </a:solidFill>
                <a:latin typeface="Open Sans"/>
                <a:ea typeface="Open Sans"/>
                <a:cs typeface="Open Sans"/>
                <a:sym typeface="Open Sans"/>
              </a:rPr>
              <a:t>STEP 1 OF 4: SPECIFY</a:t>
            </a:r>
            <a:endParaRPr/>
          </a:p>
        </p:txBody>
      </p:sp>
      <p:sp>
        <p:nvSpPr>
          <p:cNvPr id="293" name="Google Shape;293;p31"/>
          <p:cNvSpPr/>
          <p:nvPr/>
        </p:nvSpPr>
        <p:spPr>
          <a:xfrm>
            <a:off x="457200" y="1325880"/>
            <a:ext cx="2000250" cy="457200"/>
          </a:xfrm>
          <a:prstGeom prst="homePlate">
            <a:avLst>
              <a:gd fmla="val 50000" name="adj"/>
            </a:avLst>
          </a:prstGeom>
          <a:solidFill>
            <a:srgbClr val="6BA31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Specify</a:t>
            </a:r>
            <a:endParaRPr/>
          </a:p>
        </p:txBody>
      </p:sp>
      <p:sp>
        <p:nvSpPr>
          <p:cNvPr id="294" name="Google Shape;294;p31"/>
          <p:cNvSpPr/>
          <p:nvPr/>
        </p:nvSpPr>
        <p:spPr>
          <a:xfrm>
            <a:off x="2503170" y="1325880"/>
            <a:ext cx="2000250" cy="457200"/>
          </a:xfrm>
          <a:prstGeom prst="chevron">
            <a:avLst>
              <a:gd fmla="val 50000" name="adj"/>
            </a:avLst>
          </a:prstGeom>
          <a:solidFill>
            <a:srgbClr val="C9D3DD"/>
          </a:solidFill>
          <a:ln>
            <a:noFill/>
          </a:ln>
        </p:spPr>
        <p:txBody>
          <a:bodyPr anchorCtr="0" anchor="ctr" bIns="45700" lIns="164575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Plan</a:t>
            </a:r>
            <a:endParaRPr/>
          </a:p>
        </p:txBody>
      </p:sp>
      <p:sp>
        <p:nvSpPr>
          <p:cNvPr id="295" name="Google Shape;295;p31"/>
          <p:cNvSpPr/>
          <p:nvPr/>
        </p:nvSpPr>
        <p:spPr>
          <a:xfrm>
            <a:off x="4549140" y="1325880"/>
            <a:ext cx="2000250" cy="457200"/>
          </a:xfrm>
          <a:prstGeom prst="chevron">
            <a:avLst>
              <a:gd fmla="val 50000" name="adj"/>
            </a:avLst>
          </a:prstGeom>
          <a:solidFill>
            <a:srgbClr val="C9D3DD"/>
          </a:solidFill>
          <a:ln>
            <a:noFill/>
          </a:ln>
        </p:spPr>
        <p:txBody>
          <a:bodyPr anchorCtr="0" anchor="ctr" bIns="45700" lIns="164575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Tasks</a:t>
            </a:r>
            <a:endParaRPr/>
          </a:p>
        </p:txBody>
      </p:sp>
      <p:sp>
        <p:nvSpPr>
          <p:cNvPr id="296" name="Google Shape;296;p31"/>
          <p:cNvSpPr/>
          <p:nvPr/>
        </p:nvSpPr>
        <p:spPr>
          <a:xfrm>
            <a:off x="6595109" y="1325880"/>
            <a:ext cx="2000250" cy="457200"/>
          </a:xfrm>
          <a:prstGeom prst="chevron">
            <a:avLst>
              <a:gd fmla="val 50000" name="adj"/>
            </a:avLst>
          </a:prstGeom>
          <a:solidFill>
            <a:srgbClr val="C9D3DD"/>
          </a:solidFill>
          <a:ln>
            <a:noFill/>
          </a:ln>
        </p:spPr>
        <p:txBody>
          <a:bodyPr anchorCtr="0" anchor="ctr" bIns="45700" lIns="164575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Implement</a:t>
            </a:r>
            <a:endParaRPr/>
          </a:p>
        </p:txBody>
      </p:sp>
      <p:sp>
        <p:nvSpPr>
          <p:cNvPr id="297" name="Google Shape;297;p31"/>
          <p:cNvSpPr txBox="1"/>
          <p:nvPr/>
        </p:nvSpPr>
        <p:spPr>
          <a:xfrm>
            <a:off x="457200" y="2011680"/>
            <a:ext cx="81381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Claude asks questions; you answer them.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Every answer becomes an EARS requirement.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We read the spec back before moving on.</a:t>
            </a:r>
            <a:endParaRPr/>
          </a:p>
        </p:txBody>
      </p:sp>
      <p:sp>
        <p:nvSpPr>
          <p:cNvPr id="298" name="Google Shape;298;p31"/>
          <p:cNvSpPr/>
          <p:nvPr/>
        </p:nvSpPr>
        <p:spPr>
          <a:xfrm rot="240258">
            <a:off x="7615107" y="318071"/>
            <a:ext cx="1280225" cy="777399"/>
          </a:xfrm>
          <a:prstGeom prst="rect">
            <a:avLst/>
          </a:prstGeom>
          <a:solidFill>
            <a:srgbClr val="B6D7A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Claude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Prompt 01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2"/>
          <p:cNvSpPr txBox="1"/>
          <p:nvPr>
            <p:ph type="title"/>
          </p:nvPr>
        </p:nvSpPr>
        <p:spPr>
          <a:xfrm>
            <a:off x="434199" y="415265"/>
            <a:ext cx="7830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6"/>
              <a:buNone/>
            </a:pPr>
            <a:r>
              <a:rPr lang="en-US" sz="2200"/>
              <a:t>Write the plan into TAD.md</a:t>
            </a:r>
            <a:endParaRPr/>
          </a:p>
        </p:txBody>
      </p:sp>
      <p:sp>
        <p:nvSpPr>
          <p:cNvPr id="304" name="Google Shape;304;p32"/>
          <p:cNvSpPr txBox="1"/>
          <p:nvPr>
            <p:ph idx="2" type="subTitle"/>
          </p:nvPr>
        </p:nvSpPr>
        <p:spPr>
          <a:xfrm>
            <a:off x="501283" y="939680"/>
            <a:ext cx="5826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76471"/>
              <a:buNone/>
            </a:pPr>
            <a:r>
              <a:rPr b="1" lang="en-US" sz="1200">
                <a:solidFill>
                  <a:srgbClr val="6BA31A"/>
                </a:solidFill>
                <a:latin typeface="Open Sans"/>
                <a:ea typeface="Open Sans"/>
                <a:cs typeface="Open Sans"/>
                <a:sym typeface="Open Sans"/>
              </a:rPr>
              <a:t>STEP 2 OF 4: PLAN</a:t>
            </a:r>
            <a:endParaRPr/>
          </a:p>
        </p:txBody>
      </p:sp>
      <p:sp>
        <p:nvSpPr>
          <p:cNvPr id="305" name="Google Shape;305;p32"/>
          <p:cNvSpPr/>
          <p:nvPr/>
        </p:nvSpPr>
        <p:spPr>
          <a:xfrm>
            <a:off x="457200" y="1325880"/>
            <a:ext cx="2000250" cy="457200"/>
          </a:xfrm>
          <a:prstGeom prst="homePlate">
            <a:avLst>
              <a:gd fmla="val 50000" name="adj"/>
            </a:avLst>
          </a:prstGeom>
          <a:solidFill>
            <a:srgbClr val="C9D3DD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Specify</a:t>
            </a:r>
            <a:endParaRPr/>
          </a:p>
        </p:txBody>
      </p:sp>
      <p:sp>
        <p:nvSpPr>
          <p:cNvPr id="306" name="Google Shape;306;p32"/>
          <p:cNvSpPr/>
          <p:nvPr/>
        </p:nvSpPr>
        <p:spPr>
          <a:xfrm>
            <a:off x="2503170" y="1325880"/>
            <a:ext cx="2000250" cy="457200"/>
          </a:xfrm>
          <a:prstGeom prst="chevron">
            <a:avLst>
              <a:gd fmla="val 50000" name="adj"/>
            </a:avLst>
          </a:prstGeom>
          <a:solidFill>
            <a:srgbClr val="6BA31A"/>
          </a:solidFill>
          <a:ln>
            <a:noFill/>
          </a:ln>
        </p:spPr>
        <p:txBody>
          <a:bodyPr anchorCtr="0" anchor="ctr" bIns="45700" lIns="164575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Plan</a:t>
            </a:r>
            <a:endParaRPr/>
          </a:p>
        </p:txBody>
      </p:sp>
      <p:sp>
        <p:nvSpPr>
          <p:cNvPr id="307" name="Google Shape;307;p32"/>
          <p:cNvSpPr/>
          <p:nvPr/>
        </p:nvSpPr>
        <p:spPr>
          <a:xfrm>
            <a:off x="4549140" y="1325880"/>
            <a:ext cx="2000250" cy="457200"/>
          </a:xfrm>
          <a:prstGeom prst="chevron">
            <a:avLst>
              <a:gd fmla="val 50000" name="adj"/>
            </a:avLst>
          </a:prstGeom>
          <a:solidFill>
            <a:srgbClr val="C9D3DD"/>
          </a:solidFill>
          <a:ln>
            <a:noFill/>
          </a:ln>
        </p:spPr>
        <p:txBody>
          <a:bodyPr anchorCtr="0" anchor="ctr" bIns="45700" lIns="164575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Tasks</a:t>
            </a:r>
            <a:endParaRPr/>
          </a:p>
        </p:txBody>
      </p:sp>
      <p:sp>
        <p:nvSpPr>
          <p:cNvPr id="308" name="Google Shape;308;p32"/>
          <p:cNvSpPr/>
          <p:nvPr/>
        </p:nvSpPr>
        <p:spPr>
          <a:xfrm>
            <a:off x="6595109" y="1325880"/>
            <a:ext cx="2000250" cy="457200"/>
          </a:xfrm>
          <a:prstGeom prst="chevron">
            <a:avLst>
              <a:gd fmla="val 50000" name="adj"/>
            </a:avLst>
          </a:prstGeom>
          <a:solidFill>
            <a:srgbClr val="C9D3DD"/>
          </a:solidFill>
          <a:ln>
            <a:noFill/>
          </a:ln>
        </p:spPr>
        <p:txBody>
          <a:bodyPr anchorCtr="0" anchor="ctr" bIns="45700" lIns="164575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Implement</a:t>
            </a:r>
            <a:endParaRPr/>
          </a:p>
        </p:txBody>
      </p:sp>
      <p:sp>
        <p:nvSpPr>
          <p:cNvPr id="309" name="Google Shape;309;p32"/>
          <p:cNvSpPr txBox="1"/>
          <p:nvPr/>
        </p:nvSpPr>
        <p:spPr>
          <a:xfrm>
            <a:off x="457200" y="2011680"/>
            <a:ext cx="81381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Claude writes TAD.md from the spec and ADRs.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We check it against the spec and ADR-001.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Anything not in the spec gets cut.</a:t>
            </a:r>
            <a:endParaRPr/>
          </a:p>
        </p:txBody>
      </p:sp>
      <p:sp>
        <p:nvSpPr>
          <p:cNvPr id="310" name="Google Shape;310;p32"/>
          <p:cNvSpPr/>
          <p:nvPr/>
        </p:nvSpPr>
        <p:spPr>
          <a:xfrm rot="240258">
            <a:off x="7615107" y="318071"/>
            <a:ext cx="1280225" cy="777399"/>
          </a:xfrm>
          <a:prstGeom prst="rect">
            <a:avLst/>
          </a:prstGeom>
          <a:solidFill>
            <a:srgbClr val="B6D7A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Claude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Prompt 02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3"/>
          <p:cNvSpPr txBox="1"/>
          <p:nvPr>
            <p:ph type="title"/>
          </p:nvPr>
        </p:nvSpPr>
        <p:spPr>
          <a:xfrm>
            <a:off x="434199" y="415265"/>
            <a:ext cx="7830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1616"/>
              <a:buNone/>
            </a:pPr>
            <a:r>
              <a:rPr b="1" lang="en-US" sz="22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Break the work into small, ordered steps</a:t>
            </a:r>
            <a:endParaRPr/>
          </a:p>
        </p:txBody>
      </p:sp>
      <p:sp>
        <p:nvSpPr>
          <p:cNvPr id="316" name="Google Shape;316;p33"/>
          <p:cNvSpPr txBox="1"/>
          <p:nvPr>
            <p:ph idx="2" type="subTitle"/>
          </p:nvPr>
        </p:nvSpPr>
        <p:spPr>
          <a:xfrm>
            <a:off x="501283" y="939680"/>
            <a:ext cx="5826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76471"/>
              <a:buNone/>
            </a:pPr>
            <a:r>
              <a:rPr b="1" lang="en-US" sz="1200">
                <a:solidFill>
                  <a:srgbClr val="6BA31A"/>
                </a:solidFill>
                <a:latin typeface="Open Sans"/>
                <a:ea typeface="Open Sans"/>
                <a:cs typeface="Open Sans"/>
                <a:sym typeface="Open Sans"/>
              </a:rPr>
              <a:t>STEP 3 OF 4: TASKS</a:t>
            </a:r>
            <a:endParaRPr/>
          </a:p>
        </p:txBody>
      </p:sp>
      <p:sp>
        <p:nvSpPr>
          <p:cNvPr id="317" name="Google Shape;317;p33"/>
          <p:cNvSpPr/>
          <p:nvPr/>
        </p:nvSpPr>
        <p:spPr>
          <a:xfrm>
            <a:off x="457200" y="1325880"/>
            <a:ext cx="2000250" cy="457200"/>
          </a:xfrm>
          <a:prstGeom prst="homePlate">
            <a:avLst>
              <a:gd fmla="val 50000" name="adj"/>
            </a:avLst>
          </a:prstGeom>
          <a:solidFill>
            <a:srgbClr val="C9D3DD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Specify</a:t>
            </a:r>
            <a:endParaRPr/>
          </a:p>
        </p:txBody>
      </p:sp>
      <p:sp>
        <p:nvSpPr>
          <p:cNvPr id="318" name="Google Shape;318;p33"/>
          <p:cNvSpPr/>
          <p:nvPr/>
        </p:nvSpPr>
        <p:spPr>
          <a:xfrm>
            <a:off x="2503170" y="1325880"/>
            <a:ext cx="2000250" cy="457200"/>
          </a:xfrm>
          <a:prstGeom prst="chevron">
            <a:avLst>
              <a:gd fmla="val 50000" name="adj"/>
            </a:avLst>
          </a:prstGeom>
          <a:solidFill>
            <a:srgbClr val="C9D3DD"/>
          </a:solidFill>
          <a:ln>
            <a:noFill/>
          </a:ln>
        </p:spPr>
        <p:txBody>
          <a:bodyPr anchorCtr="0" anchor="ctr" bIns="45700" lIns="164575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Plan</a:t>
            </a:r>
            <a:endParaRPr/>
          </a:p>
        </p:txBody>
      </p:sp>
      <p:sp>
        <p:nvSpPr>
          <p:cNvPr id="319" name="Google Shape;319;p33"/>
          <p:cNvSpPr/>
          <p:nvPr/>
        </p:nvSpPr>
        <p:spPr>
          <a:xfrm>
            <a:off x="4549140" y="1325880"/>
            <a:ext cx="2000250" cy="457200"/>
          </a:xfrm>
          <a:prstGeom prst="chevron">
            <a:avLst>
              <a:gd fmla="val 50000" name="adj"/>
            </a:avLst>
          </a:prstGeom>
          <a:solidFill>
            <a:srgbClr val="6BA31A"/>
          </a:solidFill>
          <a:ln>
            <a:noFill/>
          </a:ln>
        </p:spPr>
        <p:txBody>
          <a:bodyPr anchorCtr="0" anchor="ctr" bIns="45700" lIns="164575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Tasks</a:t>
            </a:r>
            <a:endParaRPr/>
          </a:p>
        </p:txBody>
      </p:sp>
      <p:sp>
        <p:nvSpPr>
          <p:cNvPr id="320" name="Google Shape;320;p33"/>
          <p:cNvSpPr/>
          <p:nvPr/>
        </p:nvSpPr>
        <p:spPr>
          <a:xfrm>
            <a:off x="6595109" y="1325880"/>
            <a:ext cx="2000250" cy="457200"/>
          </a:xfrm>
          <a:prstGeom prst="chevron">
            <a:avLst>
              <a:gd fmla="val 50000" name="adj"/>
            </a:avLst>
          </a:prstGeom>
          <a:solidFill>
            <a:srgbClr val="C9D3DD"/>
          </a:solidFill>
          <a:ln>
            <a:noFill/>
          </a:ln>
        </p:spPr>
        <p:txBody>
          <a:bodyPr anchorCtr="0" anchor="ctr" bIns="45700" lIns="164575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Implement</a:t>
            </a:r>
            <a:endParaRPr/>
          </a:p>
        </p:txBody>
      </p:sp>
      <p:sp>
        <p:nvSpPr>
          <p:cNvPr id="321" name="Google Shape;321;p33"/>
          <p:cNvSpPr txBox="1"/>
          <p:nvPr/>
        </p:nvSpPr>
        <p:spPr>
          <a:xfrm>
            <a:off x="457200" y="2011680"/>
            <a:ext cx="81381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Claude writes TASKS.md from the spec and TAD.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Each task is small enough to check.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Order follows dependencies.</a:t>
            </a:r>
            <a:endParaRPr/>
          </a:p>
        </p:txBody>
      </p:sp>
      <p:sp>
        <p:nvSpPr>
          <p:cNvPr id="322" name="Google Shape;322;p33"/>
          <p:cNvSpPr/>
          <p:nvPr/>
        </p:nvSpPr>
        <p:spPr>
          <a:xfrm rot="240258">
            <a:off x="7615107" y="318071"/>
            <a:ext cx="1280225" cy="777399"/>
          </a:xfrm>
          <a:prstGeom prst="rect">
            <a:avLst/>
          </a:prstGeom>
          <a:solidFill>
            <a:srgbClr val="B6D7A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Claude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Prompt 03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4"/>
          <p:cNvSpPr txBox="1"/>
          <p:nvPr>
            <p:ph type="title"/>
          </p:nvPr>
        </p:nvSpPr>
        <p:spPr>
          <a:xfrm>
            <a:off x="434199" y="415265"/>
            <a:ext cx="7830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1616"/>
              <a:buNone/>
            </a:pPr>
            <a:r>
              <a:rPr b="1" lang="en-US" sz="22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Hand the documents to the AI and let it build</a:t>
            </a:r>
            <a:endParaRPr/>
          </a:p>
        </p:txBody>
      </p:sp>
      <p:sp>
        <p:nvSpPr>
          <p:cNvPr id="328" name="Google Shape;328;p34"/>
          <p:cNvSpPr txBox="1"/>
          <p:nvPr>
            <p:ph idx="2" type="subTitle"/>
          </p:nvPr>
        </p:nvSpPr>
        <p:spPr>
          <a:xfrm>
            <a:off x="501283" y="939680"/>
            <a:ext cx="5826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76471"/>
              <a:buNone/>
            </a:pPr>
            <a:r>
              <a:rPr b="1" lang="en-US" sz="1200">
                <a:solidFill>
                  <a:srgbClr val="6BA31A"/>
                </a:solidFill>
                <a:latin typeface="Open Sans"/>
                <a:ea typeface="Open Sans"/>
                <a:cs typeface="Open Sans"/>
                <a:sym typeface="Open Sans"/>
              </a:rPr>
              <a:t>STEP 4 OF 4: IMPLEMENT</a:t>
            </a:r>
            <a:endParaRPr/>
          </a:p>
        </p:txBody>
      </p:sp>
      <p:sp>
        <p:nvSpPr>
          <p:cNvPr id="329" name="Google Shape;329;p34"/>
          <p:cNvSpPr/>
          <p:nvPr/>
        </p:nvSpPr>
        <p:spPr>
          <a:xfrm>
            <a:off x="457200" y="1325880"/>
            <a:ext cx="2000250" cy="457200"/>
          </a:xfrm>
          <a:prstGeom prst="homePlate">
            <a:avLst>
              <a:gd fmla="val 50000" name="adj"/>
            </a:avLst>
          </a:prstGeom>
          <a:solidFill>
            <a:srgbClr val="C9D3DD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Specify</a:t>
            </a:r>
            <a:endParaRPr/>
          </a:p>
        </p:txBody>
      </p:sp>
      <p:sp>
        <p:nvSpPr>
          <p:cNvPr id="330" name="Google Shape;330;p34"/>
          <p:cNvSpPr/>
          <p:nvPr/>
        </p:nvSpPr>
        <p:spPr>
          <a:xfrm>
            <a:off x="2503170" y="1325880"/>
            <a:ext cx="2000250" cy="457200"/>
          </a:xfrm>
          <a:prstGeom prst="chevron">
            <a:avLst>
              <a:gd fmla="val 50000" name="adj"/>
            </a:avLst>
          </a:prstGeom>
          <a:solidFill>
            <a:srgbClr val="C9D3DD"/>
          </a:solidFill>
          <a:ln>
            <a:noFill/>
          </a:ln>
        </p:spPr>
        <p:txBody>
          <a:bodyPr anchorCtr="0" anchor="ctr" bIns="45700" lIns="164575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Plan</a:t>
            </a:r>
            <a:endParaRPr/>
          </a:p>
        </p:txBody>
      </p:sp>
      <p:sp>
        <p:nvSpPr>
          <p:cNvPr id="331" name="Google Shape;331;p34"/>
          <p:cNvSpPr/>
          <p:nvPr/>
        </p:nvSpPr>
        <p:spPr>
          <a:xfrm>
            <a:off x="4549140" y="1325880"/>
            <a:ext cx="2000250" cy="457200"/>
          </a:xfrm>
          <a:prstGeom prst="chevron">
            <a:avLst>
              <a:gd fmla="val 50000" name="adj"/>
            </a:avLst>
          </a:prstGeom>
          <a:solidFill>
            <a:srgbClr val="C9D3DD"/>
          </a:solidFill>
          <a:ln>
            <a:noFill/>
          </a:ln>
        </p:spPr>
        <p:txBody>
          <a:bodyPr anchorCtr="0" anchor="ctr" bIns="45700" lIns="164575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Tasks</a:t>
            </a:r>
            <a:endParaRPr/>
          </a:p>
        </p:txBody>
      </p:sp>
      <p:sp>
        <p:nvSpPr>
          <p:cNvPr id="332" name="Google Shape;332;p34"/>
          <p:cNvSpPr/>
          <p:nvPr/>
        </p:nvSpPr>
        <p:spPr>
          <a:xfrm>
            <a:off x="6595109" y="1325880"/>
            <a:ext cx="2000250" cy="457200"/>
          </a:xfrm>
          <a:prstGeom prst="chevron">
            <a:avLst>
              <a:gd fmla="val 50000" name="adj"/>
            </a:avLst>
          </a:prstGeom>
          <a:solidFill>
            <a:srgbClr val="6BA31A"/>
          </a:solidFill>
          <a:ln>
            <a:noFill/>
          </a:ln>
        </p:spPr>
        <p:txBody>
          <a:bodyPr anchorCtr="0" anchor="ctr" bIns="45700" lIns="164575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Implement</a:t>
            </a:r>
            <a:endParaRPr/>
          </a:p>
        </p:txBody>
      </p:sp>
      <p:sp>
        <p:nvSpPr>
          <p:cNvPr id="333" name="Google Shape;333;p34"/>
          <p:cNvSpPr txBox="1"/>
          <p:nvPr/>
        </p:nvSpPr>
        <p:spPr>
          <a:xfrm>
            <a:off x="457200" y="2011680"/>
            <a:ext cx="81381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The AI works from the docs, not from memory of the chat.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We test against the spec as it builds.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If live AI fails, </a:t>
            </a:r>
            <a:r>
              <a:rPr lang="en-US" sz="15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we switch to the finished calculator in the repo.</a:t>
            </a:r>
            <a:endParaRPr/>
          </a:p>
        </p:txBody>
      </p:sp>
      <p:sp>
        <p:nvSpPr>
          <p:cNvPr id="334" name="Google Shape;334;p34"/>
          <p:cNvSpPr/>
          <p:nvPr/>
        </p:nvSpPr>
        <p:spPr>
          <a:xfrm rot="240258">
            <a:off x="7615107" y="318071"/>
            <a:ext cx="1280225" cy="777399"/>
          </a:xfrm>
          <a:prstGeom prst="rect">
            <a:avLst/>
          </a:prstGeom>
          <a:solidFill>
            <a:srgbClr val="B6D7A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Claude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Prompt 04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5"/>
          <p:cNvSpPr txBox="1"/>
          <p:nvPr>
            <p:ph type="title"/>
          </p:nvPr>
        </p:nvSpPr>
        <p:spPr>
          <a:xfrm>
            <a:off x="434199" y="415265"/>
            <a:ext cx="7830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1616"/>
              <a:buNone/>
            </a:pPr>
            <a:r>
              <a:rPr b="1" lang="en-US" sz="22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The same pattern works in any of these tools</a:t>
            </a:r>
            <a:endParaRPr/>
          </a:p>
        </p:txBody>
      </p:sp>
      <p:sp>
        <p:nvSpPr>
          <p:cNvPr id="340" name="Google Shape;340;p35"/>
          <p:cNvSpPr txBox="1"/>
          <p:nvPr>
            <p:ph idx="2" type="subTitle"/>
          </p:nvPr>
        </p:nvSpPr>
        <p:spPr>
          <a:xfrm>
            <a:off x="501283" y="939680"/>
            <a:ext cx="5826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76471"/>
              <a:buNone/>
            </a:pPr>
            <a:r>
              <a:rPr b="1" lang="en-US" sz="1200">
                <a:solidFill>
                  <a:srgbClr val="6BA31A"/>
                </a:solidFill>
                <a:latin typeface="Open Sans"/>
                <a:ea typeface="Open Sans"/>
                <a:cs typeface="Open Sans"/>
                <a:sym typeface="Open Sans"/>
              </a:rPr>
              <a:t>TOOLS</a:t>
            </a:r>
            <a:endParaRPr/>
          </a:p>
        </p:txBody>
      </p:sp>
      <p:sp>
        <p:nvSpPr>
          <p:cNvPr id="341" name="Google Shape;341;p35"/>
          <p:cNvSpPr/>
          <p:nvPr/>
        </p:nvSpPr>
        <p:spPr>
          <a:xfrm>
            <a:off x="457200" y="1371600"/>
            <a:ext cx="2606040" cy="1188720"/>
          </a:xfrm>
          <a:prstGeom prst="roundRect">
            <a:avLst>
              <a:gd fmla="val 8000" name="adj"/>
            </a:avLst>
          </a:prstGeom>
          <a:solidFill>
            <a:srgbClr val="002340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Claude Chat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Talk it through and draft documents</a:t>
            </a:r>
            <a:endParaRPr/>
          </a:p>
        </p:txBody>
      </p:sp>
      <p:sp>
        <p:nvSpPr>
          <p:cNvPr id="342" name="Google Shape;342;p35"/>
          <p:cNvSpPr/>
          <p:nvPr/>
        </p:nvSpPr>
        <p:spPr>
          <a:xfrm>
            <a:off x="3218688" y="1371600"/>
            <a:ext cx="2606040" cy="1188720"/>
          </a:xfrm>
          <a:prstGeom prst="roundRect">
            <a:avLst>
              <a:gd fmla="val 8000" name="adj"/>
            </a:avLst>
          </a:prstGeom>
          <a:solidFill>
            <a:srgbClr val="1A6FB0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Claude Cowork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Works with files and folders on your computer</a:t>
            </a:r>
            <a:endParaRPr/>
          </a:p>
        </p:txBody>
      </p:sp>
      <p:sp>
        <p:nvSpPr>
          <p:cNvPr id="343" name="Google Shape;343;p35"/>
          <p:cNvSpPr/>
          <p:nvPr/>
        </p:nvSpPr>
        <p:spPr>
          <a:xfrm>
            <a:off x="5980176" y="1371600"/>
            <a:ext cx="2606040" cy="1188720"/>
          </a:xfrm>
          <a:prstGeom prst="roundRect">
            <a:avLst>
              <a:gd fmla="val 8000" name="adj"/>
            </a:avLst>
          </a:prstGeom>
          <a:solidFill>
            <a:srgbClr val="207890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Claude Code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Builds and edits code in a project</a:t>
            </a:r>
            <a:endParaRPr/>
          </a:p>
        </p:txBody>
      </p:sp>
      <p:sp>
        <p:nvSpPr>
          <p:cNvPr id="344" name="Google Shape;344;p35"/>
          <p:cNvSpPr txBox="1"/>
          <p:nvPr/>
        </p:nvSpPr>
        <p:spPr>
          <a:xfrm>
            <a:off x="457200" y="2788920"/>
            <a:ext cx="81381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Also worth a look:</a:t>
            </a:r>
            <a:r>
              <a:rPr b="0" i="0" lang="en-US" sz="13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 Cursor, AWS Kiro (built around specs), Google Antigravity, GitHub Copilot in VS Code, ChatGPT Codex.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The documents are what carry over. The tool is your choice.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6"/>
          <p:cNvSpPr txBox="1"/>
          <p:nvPr>
            <p:ph type="title"/>
          </p:nvPr>
        </p:nvSpPr>
        <p:spPr>
          <a:xfrm>
            <a:off x="-18275" y="970920"/>
            <a:ext cx="91995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77778"/>
              <a:buNone/>
            </a:pPr>
            <a:r>
              <a:rPr b="1"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Demo: does it do what the spec says?</a:t>
            </a:r>
            <a:endParaRPr/>
          </a:p>
        </p:txBody>
      </p:sp>
      <p:sp>
        <p:nvSpPr>
          <p:cNvPr id="350" name="Google Shape;350;p36"/>
          <p:cNvSpPr txBox="1"/>
          <p:nvPr>
            <p:ph idx="1" type="subTitle"/>
          </p:nvPr>
        </p:nvSpPr>
        <p:spPr>
          <a:xfrm>
            <a:off x="-5900" y="1757425"/>
            <a:ext cx="92406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74650" lvl="0" marL="4572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300"/>
              <a:buNone/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We test the tool against the requirements you wrote.</a:t>
            </a:r>
            <a:endParaRPr/>
          </a:p>
        </p:txBody>
      </p:sp>
      <p:sp>
        <p:nvSpPr>
          <p:cNvPr id="351" name="Google Shape;351;p36"/>
          <p:cNvSpPr/>
          <p:nvPr/>
        </p:nvSpPr>
        <p:spPr>
          <a:xfrm rot="240258">
            <a:off x="7615107" y="318071"/>
            <a:ext cx="1280225" cy="777399"/>
          </a:xfrm>
          <a:prstGeom prst="rect">
            <a:avLst/>
          </a:prstGeom>
          <a:solidFill>
            <a:srgbClr val="9FC5E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Browser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Open Sans"/>
                <a:ea typeface="Open Sans"/>
                <a:cs typeface="Open Sans"/>
                <a:sym typeface="Open Sans"/>
              </a:rPr>
              <a:t>live demo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7"/>
          <p:cNvSpPr txBox="1"/>
          <p:nvPr>
            <p:ph type="title"/>
          </p:nvPr>
        </p:nvSpPr>
        <p:spPr>
          <a:xfrm>
            <a:off x="434199" y="415265"/>
            <a:ext cx="7830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1616"/>
              <a:buNone/>
            </a:pPr>
            <a:r>
              <a:rPr b="1" lang="en-US" sz="22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Where it lives next is a conversation with your IT team</a:t>
            </a:r>
            <a:endParaRPr/>
          </a:p>
        </p:txBody>
      </p:sp>
      <p:sp>
        <p:nvSpPr>
          <p:cNvPr id="357" name="Google Shape;357;p37"/>
          <p:cNvSpPr txBox="1"/>
          <p:nvPr>
            <p:ph idx="2" type="subTitle"/>
          </p:nvPr>
        </p:nvSpPr>
        <p:spPr>
          <a:xfrm>
            <a:off x="501283" y="939680"/>
            <a:ext cx="5826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76471"/>
              <a:buNone/>
            </a:pPr>
            <a:r>
              <a:rPr b="1" lang="en-US" sz="1200">
                <a:solidFill>
                  <a:srgbClr val="6BA31A"/>
                </a:solidFill>
                <a:latin typeface="Open Sans"/>
                <a:ea typeface="Open Sans"/>
                <a:cs typeface="Open Sans"/>
                <a:sym typeface="Open Sans"/>
              </a:rPr>
              <a:t>NEXT STEPS</a:t>
            </a:r>
            <a:endParaRPr/>
          </a:p>
        </p:txBody>
      </p:sp>
      <p:sp>
        <p:nvSpPr>
          <p:cNvPr id="358" name="Google Shape;358;p37"/>
          <p:cNvSpPr/>
          <p:nvPr/>
        </p:nvSpPr>
        <p:spPr>
          <a:xfrm>
            <a:off x="457200" y="1371600"/>
            <a:ext cx="2606040" cy="1188720"/>
          </a:xfrm>
          <a:prstGeom prst="roundRect">
            <a:avLst>
              <a:gd fmla="val 8000" name="adj"/>
            </a:avLst>
          </a:prstGeom>
          <a:solidFill>
            <a:srgbClr val="EEF3F7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Inside your LMS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Embed in Canvas or CourseArc</a:t>
            </a:r>
            <a:endParaRPr/>
          </a:p>
        </p:txBody>
      </p:sp>
      <p:sp>
        <p:nvSpPr>
          <p:cNvPr id="359" name="Google Shape;359;p37"/>
          <p:cNvSpPr/>
          <p:nvPr/>
        </p:nvSpPr>
        <p:spPr>
          <a:xfrm>
            <a:off x="3218688" y="1371600"/>
            <a:ext cx="2606040" cy="1188720"/>
          </a:xfrm>
          <a:prstGeom prst="roundRect">
            <a:avLst>
              <a:gd fmla="val 8000" name="adj"/>
            </a:avLst>
          </a:prstGeom>
          <a:solidFill>
            <a:srgbClr val="EEF3F7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Claude Artifacts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Share a link to a hosted page</a:t>
            </a:r>
            <a:endParaRPr/>
          </a:p>
        </p:txBody>
      </p:sp>
      <p:sp>
        <p:nvSpPr>
          <p:cNvPr id="360" name="Google Shape;360;p37"/>
          <p:cNvSpPr/>
          <p:nvPr/>
        </p:nvSpPr>
        <p:spPr>
          <a:xfrm>
            <a:off x="5980176" y="1371600"/>
            <a:ext cx="2606040" cy="1188720"/>
          </a:xfrm>
          <a:prstGeom prst="roundRect">
            <a:avLst>
              <a:gd fmla="val 8000" name="adj"/>
            </a:avLst>
          </a:prstGeom>
          <a:solidFill>
            <a:srgbClr val="EEF3F7"/>
          </a:solidFill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GitHub Pages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Free static hosting from the repo</a:t>
            </a:r>
            <a:endParaRPr/>
          </a:p>
        </p:txBody>
      </p:sp>
      <p:sp>
        <p:nvSpPr>
          <p:cNvPr id="361" name="Google Shape;361;p37"/>
          <p:cNvSpPr txBox="1"/>
          <p:nvPr/>
        </p:nvSpPr>
        <p:spPr>
          <a:xfrm>
            <a:off x="457200" y="2788920"/>
            <a:ext cx="8138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For campus work, ask IT what's approved. For personal projects, ask Claude to walk you through the options.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8"/>
          <p:cNvSpPr txBox="1"/>
          <p:nvPr>
            <p:ph type="title"/>
          </p:nvPr>
        </p:nvSpPr>
        <p:spPr>
          <a:xfrm>
            <a:off x="434199" y="415265"/>
            <a:ext cx="7830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1616"/>
              <a:buNone/>
            </a:pPr>
            <a:r>
              <a:rPr b="1" lang="en-US" sz="22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Take the templates and try it on one tool next week</a:t>
            </a:r>
            <a:endParaRPr/>
          </a:p>
        </p:txBody>
      </p:sp>
      <p:sp>
        <p:nvSpPr>
          <p:cNvPr id="367" name="Google Shape;367;p38"/>
          <p:cNvSpPr txBox="1"/>
          <p:nvPr>
            <p:ph idx="2" type="subTitle"/>
          </p:nvPr>
        </p:nvSpPr>
        <p:spPr>
          <a:xfrm>
            <a:off x="501283" y="939680"/>
            <a:ext cx="5826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76471"/>
              <a:buNone/>
            </a:pPr>
            <a:r>
              <a:rPr b="1" lang="en-US" sz="1200">
                <a:solidFill>
                  <a:srgbClr val="6BA31A"/>
                </a:solidFill>
                <a:latin typeface="Open Sans"/>
                <a:ea typeface="Open Sans"/>
                <a:cs typeface="Open Sans"/>
                <a:sym typeface="Open Sans"/>
              </a:rPr>
              <a:t>TAKEAWAYS</a:t>
            </a:r>
            <a:endParaRPr/>
          </a:p>
        </p:txBody>
      </p:sp>
      <p:sp>
        <p:nvSpPr>
          <p:cNvPr id="368" name="Google Shape;368;p38"/>
          <p:cNvSpPr txBox="1"/>
          <p:nvPr/>
        </p:nvSpPr>
        <p:spPr>
          <a:xfrm>
            <a:off x="457200" y="1371600"/>
            <a:ext cx="54864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Write requirements before you prompt.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Let the AI interview you first.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Keep the docs in the project, not in the chat.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Start with something small enough to finish.</a:t>
            </a:r>
            <a:endParaRPr/>
          </a:p>
        </p:txBody>
      </p:sp>
      <p:pic>
        <p:nvPicPr>
          <p:cNvPr id="369" name="Google Shape;369;p38" title="QR - Session 2 GitHub rep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800" y="1325880"/>
            <a:ext cx="2011680" cy="2011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9"/>
          <p:cNvSpPr txBox="1"/>
          <p:nvPr>
            <p:ph type="title"/>
          </p:nvPr>
        </p:nvSpPr>
        <p:spPr>
          <a:xfrm>
            <a:off x="575500" y="970925"/>
            <a:ext cx="86091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77778"/>
              <a:buNone/>
            </a:pPr>
            <a:r>
              <a:rPr b="1" lang="en-US" sz="3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Questions?</a:t>
            </a:r>
            <a:endParaRPr/>
          </a:p>
        </p:txBody>
      </p:sp>
      <p:sp>
        <p:nvSpPr>
          <p:cNvPr id="375" name="Google Shape;375;p39"/>
          <p:cNvSpPr txBox="1"/>
          <p:nvPr>
            <p:ph idx="1" type="subTitle"/>
          </p:nvPr>
        </p:nvSpPr>
        <p:spPr>
          <a:xfrm>
            <a:off x="587081" y="1757427"/>
            <a:ext cx="86475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74650" lvl="0" marL="4572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300"/>
              <a:buNone/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Repo and templates: </a:t>
            </a: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github.com/ExploreLearnMake/build-it-in-the-room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0"/>
          <p:cNvSpPr txBox="1"/>
          <p:nvPr>
            <p:ph idx="1" type="body"/>
          </p:nvPr>
        </p:nvSpPr>
        <p:spPr>
          <a:xfrm>
            <a:off x="501275" y="1342275"/>
            <a:ext cx="7830300" cy="29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300"/>
              <a:buChar char="•"/>
            </a:pPr>
            <a:r>
              <a:rPr b="1" lang="en-US" sz="1400">
                <a:latin typeface="Open Sans"/>
                <a:ea typeface="Open Sans"/>
                <a:cs typeface="Open Sans"/>
                <a:sym typeface="Open Sans"/>
              </a:rPr>
              <a:t>Default concept: a trip fuel cost calculator (distance, MPG, gas price, round trip, split the cost).</a:t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300"/>
              <a:buChar char="•"/>
            </a:pPr>
            <a:r>
              <a:rPr lang="en-US" sz="1400">
                <a:latin typeface="Open Sans"/>
                <a:ea typeface="Open Sans"/>
                <a:cs typeface="Open Sans"/>
                <a:sym typeface="Open Sans"/>
              </a:rPr>
              <a:t>Finished version is in the repo at builds/trip-cost-calculator/index.html. Open it in a second tab before the session.</a:t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300"/>
              <a:buChar char="•"/>
            </a:pPr>
            <a:r>
              <a:rPr lang="en-US" sz="1400">
                <a:latin typeface="Open Sans"/>
                <a:ea typeface="Open Sans"/>
                <a:cs typeface="Open Sans"/>
                <a:sym typeface="Open Sans"/>
              </a:rPr>
              <a:t>Its SPEC, TAD, and TASKS are in examples/trip-cost-calculator/, so the walkthrough still holds.</a:t>
            </a:r>
            <a:endParaRPr/>
          </a:p>
        </p:txBody>
      </p:sp>
      <p:sp>
        <p:nvSpPr>
          <p:cNvPr id="381" name="Google Shape;381;p40"/>
          <p:cNvSpPr txBox="1"/>
          <p:nvPr>
            <p:ph type="title"/>
          </p:nvPr>
        </p:nvSpPr>
        <p:spPr>
          <a:xfrm>
            <a:off x="434199" y="415265"/>
            <a:ext cx="7830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61616"/>
              <a:buNone/>
            </a:pPr>
            <a:r>
              <a:rPr b="1" lang="en-US" sz="2200">
                <a:solidFill>
                  <a:srgbClr val="002340"/>
                </a:solidFill>
                <a:latin typeface="Open Sans"/>
                <a:ea typeface="Open Sans"/>
                <a:cs typeface="Open Sans"/>
                <a:sym typeface="Open Sans"/>
              </a:rPr>
              <a:t>Fallback tool if the vote doesn't produce a buildable idea</a:t>
            </a:r>
            <a:endParaRPr/>
          </a:p>
        </p:txBody>
      </p:sp>
      <p:sp>
        <p:nvSpPr>
          <p:cNvPr id="382" name="Google Shape;382;p40"/>
          <p:cNvSpPr txBox="1"/>
          <p:nvPr>
            <p:ph idx="2" type="subTitle"/>
          </p:nvPr>
        </p:nvSpPr>
        <p:spPr>
          <a:xfrm>
            <a:off x="501283" y="939680"/>
            <a:ext cx="5826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7465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76471"/>
              <a:buNone/>
            </a:pPr>
            <a:r>
              <a:rPr b="1" lang="en-US" sz="1200">
                <a:solidFill>
                  <a:srgbClr val="6BA31A"/>
                </a:solidFill>
                <a:latin typeface="Open Sans"/>
                <a:ea typeface="Open Sans"/>
                <a:cs typeface="Open Sans"/>
                <a:sym typeface="Open Sans"/>
              </a:rPr>
              <a:t>APPENDIX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I Summit Slide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