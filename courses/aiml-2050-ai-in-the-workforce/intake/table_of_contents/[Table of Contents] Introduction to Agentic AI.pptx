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6" r:id="rId2"/>
    <p:sldMasterId id="2147483739" r:id="rId3"/>
  </p:sldMasterIdLst>
  <p:notesMasterIdLst>
    <p:notesMasterId r:id="rId12"/>
  </p:notesMasterIdLst>
  <p:sldIdLst>
    <p:sldId id="2134806050" r:id="rId4"/>
    <p:sldId id="2147479898" r:id="rId5"/>
    <p:sldId id="2147481337" r:id="rId6"/>
    <p:sldId id="2147479901" r:id="rId7"/>
    <p:sldId id="2147481341" r:id="rId8"/>
    <p:sldId id="2147481340" r:id="rId9"/>
    <p:sldId id="2147481339" r:id="rId10"/>
    <p:sldId id="214748133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7B24A1-BBC8-8236-F7B9-96FAEAF4ADD7}" name="Sustainable Living Lab SL2" initials="SS" userId="S::info@sl2square.onmicrosoft.com::1d644836-4190-4e96-aabe-2feda247a74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D3F823-0167-8790-E6F3-95B66A114DB3}" v="1" dt="2026-10-29T10:31:48.9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19" Type="http://schemas.microsoft.com/office/2018/10/relationships/authors" Targe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nes Lydia" userId="8682f56d-203e-4d27-b5a3-97e04faa0018" providerId="ADAL" clId="{643E8A67-FD29-42B4-8BC3-ECB23D416808}"/>
    <pc:docChg chg="undo custSel modSld">
      <pc:chgData name="Agnes Lydia" userId="8682f56d-203e-4d27-b5a3-97e04faa0018" providerId="ADAL" clId="{643E8A67-FD29-42B4-8BC3-ECB23D416808}" dt="2026-10-08T00:47:47.621" v="41" actId="20577"/>
      <pc:docMkLst>
        <pc:docMk/>
      </pc:docMkLst>
      <pc:sldChg chg="modSp mod">
        <pc:chgData name="Agnes Lydia" userId="8682f56d-203e-4d27-b5a3-97e04faa0018" providerId="ADAL" clId="{643E8A67-FD29-42B4-8BC3-ECB23D416808}" dt="2026-10-08T00:47:47.621" v="41" actId="20577"/>
        <pc:sldMkLst>
          <pc:docMk/>
          <pc:sldMk cId="2219416119" sldId="2147481338"/>
        </pc:sldMkLst>
        <pc:graphicFrameChg chg="mod modGraphic">
          <ac:chgData name="Agnes Lydia" userId="8682f56d-203e-4d27-b5a3-97e04faa0018" providerId="ADAL" clId="{643E8A67-FD29-42B4-8BC3-ECB23D416808}" dt="2026-10-08T00:47:47.621" v="41" actId="20577"/>
          <ac:graphicFrameMkLst>
            <pc:docMk/>
            <pc:sldMk cId="2219416119" sldId="2147481338"/>
            <ac:graphicFrameMk id="5" creationId="{85E90008-5E62-4763-91FC-9878A855E180}"/>
          </ac:graphicFrameMkLst>
        </pc:graphicFrameChg>
      </pc:sldChg>
    </pc:docChg>
  </pc:docChgLst>
  <pc:docChgLst>
    <pc:chgData name="Kevin Rush" userId="S::kevin@sl2square.onmicrosoft.com::902aec0a-ea7e-4bde-aa70-326708f66d24" providerId="AD" clId="Web-{C8D3F823-0167-8790-E6F3-95B66A114DB3}"/>
    <pc:docChg chg="delSld">
      <pc:chgData name="Kevin Rush" userId="S::kevin@sl2square.onmicrosoft.com::902aec0a-ea7e-4bde-aa70-326708f66d24" providerId="AD" clId="Web-{C8D3F823-0167-8790-E6F3-95B66A114DB3}" dt="2026-10-29T10:31:48.994" v="0"/>
      <pc:docMkLst>
        <pc:docMk/>
      </pc:docMkLst>
      <pc:sldChg chg="del">
        <pc:chgData name="Kevin Rush" userId="S::kevin@sl2square.onmicrosoft.com::902aec0a-ea7e-4bde-aa70-326708f66d24" providerId="AD" clId="Web-{C8D3F823-0167-8790-E6F3-95B66A114DB3}" dt="2026-10-29T10:31:48.994" v="0"/>
        <pc:sldMkLst>
          <pc:docMk/>
          <pc:sldMk cId="3943413298" sldId="2147480090"/>
        </pc:sldMkLst>
      </pc:sldChg>
    </pc:docChg>
  </pc:docChgLst>
  <pc:docChgLst>
    <pc:chgData name="Kevin Rush" userId="S::kevin@sl2square.onmicrosoft.com::902aec0a-ea7e-4bde-aa70-326708f66d24" providerId="AD" clId="Web-{02733D4F-3A57-2C38-B7E5-13BE55EDD591}"/>
    <pc:docChg chg="modSld">
      <pc:chgData name="Kevin Rush" userId="S::kevin@sl2square.onmicrosoft.com::902aec0a-ea7e-4bde-aa70-326708f66d24" providerId="AD" clId="Web-{02733D4F-3A57-2C38-B7E5-13BE55EDD591}" dt="2026-10-07T13:19:07.346" v="11"/>
      <pc:docMkLst>
        <pc:docMk/>
      </pc:docMkLst>
      <pc:sldChg chg="modSp">
        <pc:chgData name="Kevin Rush" userId="S::kevin@sl2square.onmicrosoft.com::902aec0a-ea7e-4bde-aa70-326708f66d24" providerId="AD" clId="Web-{02733D4F-3A57-2C38-B7E5-13BE55EDD591}" dt="2026-10-07T13:19:07.346" v="11"/>
        <pc:sldMkLst>
          <pc:docMk/>
          <pc:sldMk cId="4114328663" sldId="2147481340"/>
        </pc:sldMkLst>
        <pc:graphicFrameChg chg="mod modGraphic">
          <ac:chgData name="Kevin Rush" userId="S::kevin@sl2square.onmicrosoft.com::902aec0a-ea7e-4bde-aa70-326708f66d24" providerId="AD" clId="Web-{02733D4F-3A57-2C38-B7E5-13BE55EDD591}" dt="2026-10-07T13:19:07.346" v="11"/>
          <ac:graphicFrameMkLst>
            <pc:docMk/>
            <pc:sldMk cId="4114328663" sldId="2147481340"/>
            <ac:graphicFrameMk id="5" creationId="{85F0F3FF-5EC1-5A2A-EDC2-CCDBAE7A5EC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5B984F-2509-4247-811C-BA01F6EB7637}" type="datetimeFigureOut">
              <a:rPr lang="en-IN" smtClean="0"/>
              <a:t>29-10-2026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3F2C3F-7784-4047-8477-F77903A84CAE}" type="slidenum">
              <a:rPr lang="en-IN" smtClean="0"/>
              <a:t>‹#›</a:t>
            </a:fld>
            <a:endParaRPr lang="en-IN"/>
          </a:p>
        </p:txBody>
      </p:sp>
    </p:spTree>
    <p:extLst>
      <p:ext uri="{BB962C8B-B14F-4D97-AF65-F5344CB8AC3E}">
        <p14:creationId xmlns:p14="http://schemas.microsoft.com/office/powerpoint/2010/main" val="2184455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525252"/>
              </a:buClr>
              <a:buSzPts val="1200"/>
              <a:buFont typeface="Arial"/>
              <a:buNone/>
              <a:tabLst/>
              <a:defRPr/>
            </a:pPr>
            <a:fld id="{00000000-1234-1234-1234-123412341234}" type="slidenum">
              <a:rPr kumimoji="0" lang="en-US" sz="1200" b="0" i="0" u="none" strike="noStrike" kern="0" cap="none" spc="0" normalizeH="0" baseline="0" noProof="0">
                <a:ln>
                  <a:noFill/>
                </a:ln>
                <a:solidFill>
                  <a:srgbClr val="525252"/>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525252"/>
                </a:buClr>
                <a:buSzPts val="1200"/>
                <a:buFont typeface="Arial"/>
                <a:buNone/>
                <a:tabLst/>
                <a:defRPr/>
              </a:pPr>
              <a:t>2</a:t>
            </a:fld>
            <a:endParaRPr kumimoji="0" sz="1200" b="0" i="0" u="none" strike="noStrike" kern="0" cap="none" spc="0" normalizeH="0" baseline="0" noProof="0">
              <a:ln>
                <a:noFill/>
              </a:ln>
              <a:solidFill>
                <a:srgbClr val="525252"/>
              </a:solidFill>
              <a:effectLst/>
              <a:uLnTx/>
              <a:uFillTx/>
              <a:latin typeface="Arial"/>
              <a:ea typeface="Arial"/>
              <a:cs typeface="Arial"/>
              <a:sym typeface="Arial"/>
            </a:endParaRPr>
          </a:p>
        </p:txBody>
      </p:sp>
    </p:spTree>
    <p:extLst>
      <p:ext uri="{BB962C8B-B14F-4D97-AF65-F5344CB8AC3E}">
        <p14:creationId xmlns:p14="http://schemas.microsoft.com/office/powerpoint/2010/main" val="3416844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12CB8-04A7-2353-0AA3-0531F74DA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0A979-8676-F6CD-5603-1E2D1748D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FB3941-5BF1-BF41-BB8C-0CFB1B133D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D1B9E57-240B-90D5-9313-7C0F81140C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srgbClr val="525252"/>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srgbClr val="525252"/>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25550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E3994-8292-038C-DDE6-A86FEDF8EA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028BB-4F99-04E0-18BA-F91C1F24B3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4C52F-BF02-212A-B3DF-C279037196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A0137F-CC06-67F9-6F32-4C8C411868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srgbClr val="525252"/>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srgbClr val="525252"/>
              </a:solidFill>
              <a:effectLst/>
              <a:uLnTx/>
              <a:uFillTx/>
              <a:latin typeface="Arial" panose="020B0604020202020204"/>
              <a:ea typeface="+mn-ea"/>
              <a:cs typeface="+mn-cs"/>
            </a:endParaRPr>
          </a:p>
        </p:txBody>
      </p:sp>
    </p:spTree>
    <p:extLst>
      <p:ext uri="{BB962C8B-B14F-4D97-AF65-F5344CB8AC3E}">
        <p14:creationId xmlns:p14="http://schemas.microsoft.com/office/powerpoint/2010/main" val="2769845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DE4CA-C52C-3804-23CF-0FEF9A6F2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A1242-E576-F5EE-A9EB-A9B68977B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E12527-475E-FBAE-2C41-64CBFDA2A3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B9776A-EDFC-AA38-800A-BB866B83BF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srgbClr val="525252"/>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srgbClr val="525252"/>
              </a:solidFill>
              <a:effectLst/>
              <a:uLnTx/>
              <a:uFillTx/>
              <a:latin typeface="Arial" panose="020B0604020202020204"/>
              <a:ea typeface="+mn-ea"/>
              <a:cs typeface="+mn-cs"/>
            </a:endParaRPr>
          </a:p>
        </p:txBody>
      </p:sp>
    </p:spTree>
    <p:extLst>
      <p:ext uri="{BB962C8B-B14F-4D97-AF65-F5344CB8AC3E}">
        <p14:creationId xmlns:p14="http://schemas.microsoft.com/office/powerpoint/2010/main" val="3880494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E6345-47B2-9F8C-55CA-295147338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7A871-B7DA-CB3C-A431-07F08FEE3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FC58B-7F29-D85B-2426-49DD92C502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DF3FDA-2899-A3C1-5ACA-6816B5DF8C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srgbClr val="525252"/>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srgbClr val="525252"/>
              </a:solidFill>
              <a:effectLst/>
              <a:uLnTx/>
              <a:uFillTx/>
              <a:latin typeface="Arial" panose="020B0604020202020204"/>
              <a:ea typeface="+mn-ea"/>
              <a:cs typeface="+mn-cs"/>
            </a:endParaRPr>
          </a:p>
        </p:txBody>
      </p:sp>
    </p:spTree>
    <p:extLst>
      <p:ext uri="{BB962C8B-B14F-4D97-AF65-F5344CB8AC3E}">
        <p14:creationId xmlns:p14="http://schemas.microsoft.com/office/powerpoint/2010/main" val="324173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12497-CA75-FA22-DEED-83393E3C8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5F2FF-C2CC-2C76-A0CD-DEB4D03EA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785657-2707-80C6-1E4A-3477B3BAA3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1980A8-E56D-BDB1-112D-14586EAF44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7B6FE6-6FE0-4B00-BDAF-1BF92B28B7C9}" type="slidenum">
              <a:rPr kumimoji="0" lang="en-IN" sz="1200" b="0" i="0" u="none" strike="noStrike" kern="1200" cap="none" spc="0" normalizeH="0" baseline="0" noProof="0" smtClean="0">
                <a:ln>
                  <a:noFill/>
                </a:ln>
                <a:solidFill>
                  <a:srgbClr val="525252"/>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srgbClr val="525252"/>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74080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29.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2.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27.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4.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29.em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3.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6.emf"/><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3.emf"/><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8.emf"/><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3.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33.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42.emf"/><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43.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Master" Target="../slideMasters/slideMaster2.xml"/><Relationship Id="rId4" Type="http://schemas.openxmlformats.org/officeDocument/2006/relationships/image" Target="../media/image30.emf"/></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2.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25.png"/></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29.emf"/><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27.emf"/><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4.emf"/><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29.emf"/><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3.emf"/><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6.emf"/><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3.emf"/><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8.emf"/><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3.emf"/><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33.emf"/><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42.emf"/><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43.emf"/><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Master" Target="../slideMasters/slideMaster3.xml"/><Relationship Id="rId4" Type="http://schemas.openxmlformats.org/officeDocument/2006/relationships/image" Target="../media/image30.emf"/></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2.emf"/><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Tree>
    <p:extLst>
      <p:ext uri="{BB962C8B-B14F-4D97-AF65-F5344CB8AC3E}">
        <p14:creationId xmlns:p14="http://schemas.microsoft.com/office/powerpoint/2010/main" val="2081546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p:cSld name="1_title">
    <p:spTree>
      <p:nvGrpSpPr>
        <p:cNvPr id="1" name="Shape 21"/>
        <p:cNvGrpSpPr/>
        <p:nvPr/>
      </p:nvGrpSpPr>
      <p:grpSpPr>
        <a:xfrm>
          <a:off x="0" y="0"/>
          <a:ext cx="0" cy="0"/>
          <a:chOff x="0" y="0"/>
          <a:chExt cx="0" cy="0"/>
        </a:xfrm>
      </p:grpSpPr>
      <p:sp>
        <p:nvSpPr>
          <p:cNvPr id="22" name="Google Shape;22;p11"/>
          <p:cNvSpPr>
            <a:spLocks noGrp="1"/>
          </p:cNvSpPr>
          <p:nvPr>
            <p:ph type="pic" idx="2"/>
          </p:nvPr>
        </p:nvSpPr>
        <p:spPr>
          <a:xfrm>
            <a:off x="0" y="0"/>
            <a:ext cx="12192000" cy="6858000"/>
          </a:xfrm>
          <a:prstGeom prst="rect">
            <a:avLst/>
          </a:prstGeom>
          <a:noFill/>
          <a:ln>
            <a:noFill/>
          </a:ln>
        </p:spPr>
      </p:sp>
      <p:pic>
        <p:nvPicPr>
          <p:cNvPr id="23" name="Google Shape;23;p11"/>
          <p:cNvPicPr preferRelativeResize="0"/>
          <p:nvPr/>
        </p:nvPicPr>
        <p:blipFill rotWithShape="1">
          <a:blip r:embed="rId2">
            <a:alphaModFix/>
          </a:blip>
          <a:srcRect/>
          <a:stretch/>
        </p:blipFill>
        <p:spPr>
          <a:xfrm>
            <a:off x="0" y="0"/>
            <a:ext cx="7638757" cy="7638757"/>
          </a:xfrm>
          <a:prstGeom prst="rect">
            <a:avLst/>
          </a:prstGeom>
          <a:noFill/>
          <a:ln>
            <a:noFill/>
          </a:ln>
        </p:spPr>
      </p:pic>
      <p:pic>
        <p:nvPicPr>
          <p:cNvPr id="24" name="Google Shape;24;p11"/>
          <p:cNvPicPr preferRelativeResize="0"/>
          <p:nvPr/>
        </p:nvPicPr>
        <p:blipFill rotWithShape="1">
          <a:blip r:embed="rId3">
            <a:alphaModFix/>
          </a:blip>
          <a:srcRect/>
          <a:stretch/>
        </p:blipFill>
        <p:spPr>
          <a:xfrm>
            <a:off x="1379122" y="1392116"/>
            <a:ext cx="1358900" cy="838200"/>
          </a:xfrm>
          <a:prstGeom prst="rect">
            <a:avLst/>
          </a:prstGeom>
          <a:noFill/>
          <a:ln>
            <a:noFill/>
          </a:ln>
        </p:spPr>
      </p:pic>
      <p:sp>
        <p:nvSpPr>
          <p:cNvPr id="25" name="Google Shape;25;p11"/>
          <p:cNvSpPr txBox="1">
            <a:spLocks noGrp="1"/>
          </p:cNvSpPr>
          <p:nvPr>
            <p:ph type="ctrTitle"/>
          </p:nvPr>
        </p:nvSpPr>
        <p:spPr>
          <a:xfrm>
            <a:off x="1264245" y="2920341"/>
            <a:ext cx="4566715"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1"/>
          <p:cNvSpPr txBox="1">
            <a:spLocks noGrp="1"/>
          </p:cNvSpPr>
          <p:nvPr>
            <p:ph type="subTitle" idx="1"/>
          </p:nvPr>
        </p:nvSpPr>
        <p:spPr>
          <a:xfrm>
            <a:off x="1264245" y="4887268"/>
            <a:ext cx="4566715" cy="13014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extLst>
      <p:ext uri="{BB962C8B-B14F-4D97-AF65-F5344CB8AC3E}">
        <p14:creationId xmlns:p14="http://schemas.microsoft.com/office/powerpoint/2010/main" val="3746871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title">
  <p:cSld name="2_title">
    <p:bg>
      <p:bgPr>
        <a:solidFill>
          <a:srgbClr val="1F31AD"/>
        </a:solidFill>
        <a:effectLst/>
      </p:bgPr>
    </p:bg>
    <p:spTree>
      <p:nvGrpSpPr>
        <p:cNvPr id="1" name="Shape 27"/>
        <p:cNvGrpSpPr/>
        <p:nvPr/>
      </p:nvGrpSpPr>
      <p:grpSpPr>
        <a:xfrm>
          <a:off x="0" y="0"/>
          <a:ext cx="0" cy="0"/>
          <a:chOff x="0" y="0"/>
          <a:chExt cx="0" cy="0"/>
        </a:xfrm>
      </p:grpSpPr>
      <p:sp>
        <p:nvSpPr>
          <p:cNvPr id="28" name="Google Shape;28;p12"/>
          <p:cNvSpPr txBox="1">
            <a:spLocks noGrp="1"/>
          </p:cNvSpPr>
          <p:nvPr>
            <p:ph type="ctrTitle"/>
          </p:nvPr>
        </p:nvSpPr>
        <p:spPr>
          <a:xfrm>
            <a:off x="8090008" y="1554148"/>
            <a:ext cx="359841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4500"/>
              <a:buFont typeface="Play"/>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2"/>
          <p:cNvSpPr txBox="1">
            <a:spLocks noGrp="1"/>
          </p:cNvSpPr>
          <p:nvPr>
            <p:ph type="subTitle" idx="1"/>
          </p:nvPr>
        </p:nvSpPr>
        <p:spPr>
          <a:xfrm>
            <a:off x="8090008" y="3521075"/>
            <a:ext cx="3598410" cy="13014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30" name="Google Shape;30;p12"/>
          <p:cNvPicPr preferRelativeResize="0"/>
          <p:nvPr/>
        </p:nvPicPr>
        <p:blipFill rotWithShape="1">
          <a:blip r:embed="rId2">
            <a:alphaModFix/>
          </a:blip>
          <a:srcRect/>
          <a:stretch/>
        </p:blipFill>
        <p:spPr>
          <a:xfrm>
            <a:off x="-1" y="5983357"/>
            <a:ext cx="874643" cy="874643"/>
          </a:xfrm>
          <a:prstGeom prst="rect">
            <a:avLst/>
          </a:prstGeom>
          <a:noFill/>
          <a:ln>
            <a:noFill/>
          </a:ln>
        </p:spPr>
      </p:pic>
      <p:sp>
        <p:nvSpPr>
          <p:cNvPr id="31" name="Google Shape;31;p12"/>
          <p:cNvSpPr>
            <a:spLocks noGrp="1"/>
          </p:cNvSpPr>
          <p:nvPr>
            <p:ph type="pic" idx="2"/>
          </p:nvPr>
        </p:nvSpPr>
        <p:spPr>
          <a:xfrm>
            <a:off x="874642" y="-695294"/>
            <a:ext cx="6678652" cy="6678652"/>
          </a:xfrm>
          <a:prstGeom prst="flowChartDelay">
            <a:avLst/>
          </a:prstGeom>
          <a:noFill/>
          <a:ln>
            <a:noFill/>
          </a:ln>
        </p:spPr>
      </p:sp>
      <p:pic>
        <p:nvPicPr>
          <p:cNvPr id="32" name="Google Shape;32;p12"/>
          <p:cNvPicPr preferRelativeResize="0"/>
          <p:nvPr/>
        </p:nvPicPr>
        <p:blipFill rotWithShape="1">
          <a:blip r:embed="rId3">
            <a:alphaModFix/>
          </a:blip>
          <a:srcRect/>
          <a:stretch/>
        </p:blipFill>
        <p:spPr>
          <a:xfrm>
            <a:off x="8926848" y="5621866"/>
            <a:ext cx="2523761" cy="665177"/>
          </a:xfrm>
          <a:prstGeom prst="rect">
            <a:avLst/>
          </a:prstGeom>
          <a:noFill/>
          <a:ln>
            <a:noFill/>
          </a:ln>
        </p:spPr>
      </p:pic>
    </p:spTree>
    <p:extLst>
      <p:ext uri="{BB962C8B-B14F-4D97-AF65-F5344CB8AC3E}">
        <p14:creationId xmlns:p14="http://schemas.microsoft.com/office/powerpoint/2010/main" val="298773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title">
  <p:cSld name="3_title">
    <p:bg>
      <p:bgPr>
        <a:solidFill>
          <a:srgbClr val="DCDCDC"/>
        </a:solidFill>
        <a:effectLst/>
      </p:bgPr>
    </p:bg>
    <p:spTree>
      <p:nvGrpSpPr>
        <p:cNvPr id="1" name="Shape 33"/>
        <p:cNvGrpSpPr/>
        <p:nvPr/>
      </p:nvGrpSpPr>
      <p:grpSpPr>
        <a:xfrm>
          <a:off x="0" y="0"/>
          <a:ext cx="0" cy="0"/>
          <a:chOff x="0" y="0"/>
          <a:chExt cx="0" cy="0"/>
        </a:xfrm>
      </p:grpSpPr>
      <p:sp>
        <p:nvSpPr>
          <p:cNvPr id="34" name="Google Shape;34;p13"/>
          <p:cNvSpPr txBox="1">
            <a:spLocks noGrp="1"/>
          </p:cNvSpPr>
          <p:nvPr>
            <p:ph type="ctrTitle"/>
          </p:nvPr>
        </p:nvSpPr>
        <p:spPr>
          <a:xfrm>
            <a:off x="7118003" y="2330005"/>
            <a:ext cx="4351373" cy="18748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0000"/>
              </a:buClr>
              <a:buSzPts val="5000"/>
              <a:buFont typeface="Play"/>
              <a:buNone/>
              <a:defRPr sz="5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3"/>
          <p:cNvSpPr txBox="1">
            <a:spLocks noGrp="1"/>
          </p:cNvSpPr>
          <p:nvPr>
            <p:ph type="subTitle" idx="1"/>
          </p:nvPr>
        </p:nvSpPr>
        <p:spPr>
          <a:xfrm>
            <a:off x="7118003" y="4296932"/>
            <a:ext cx="4351373" cy="13014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36" name="Google Shape;36;p13"/>
          <p:cNvPicPr preferRelativeResize="0"/>
          <p:nvPr/>
        </p:nvPicPr>
        <p:blipFill rotWithShape="1">
          <a:blip r:embed="rId2">
            <a:alphaModFix/>
          </a:blip>
          <a:srcRect/>
          <a:stretch/>
        </p:blipFill>
        <p:spPr>
          <a:xfrm>
            <a:off x="-1" y="0"/>
            <a:ext cx="722625" cy="722625"/>
          </a:xfrm>
          <a:prstGeom prst="rect">
            <a:avLst/>
          </a:prstGeom>
          <a:noFill/>
          <a:ln>
            <a:noFill/>
          </a:ln>
        </p:spPr>
      </p:pic>
      <p:sp>
        <p:nvSpPr>
          <p:cNvPr id="37" name="Google Shape;37;p13"/>
          <p:cNvSpPr>
            <a:spLocks noGrp="1"/>
          </p:cNvSpPr>
          <p:nvPr>
            <p:ph type="pic" idx="2"/>
          </p:nvPr>
        </p:nvSpPr>
        <p:spPr>
          <a:xfrm>
            <a:off x="722624" y="724112"/>
            <a:ext cx="5517866" cy="5517866"/>
          </a:xfrm>
          <a:prstGeom prst="flowChartDelay">
            <a:avLst/>
          </a:prstGeom>
          <a:noFill/>
          <a:ln>
            <a:noFill/>
          </a:ln>
        </p:spPr>
      </p:sp>
      <p:pic>
        <p:nvPicPr>
          <p:cNvPr id="38" name="Google Shape;38;p13"/>
          <p:cNvPicPr preferRelativeResize="0"/>
          <p:nvPr/>
        </p:nvPicPr>
        <p:blipFill rotWithShape="1">
          <a:blip r:embed="rId3">
            <a:alphaModFix/>
          </a:blip>
          <a:srcRect/>
          <a:stretch/>
        </p:blipFill>
        <p:spPr>
          <a:xfrm>
            <a:off x="6462165" y="995711"/>
            <a:ext cx="2281959" cy="604907"/>
          </a:xfrm>
          <a:prstGeom prst="rect">
            <a:avLst/>
          </a:prstGeom>
          <a:noFill/>
          <a:ln>
            <a:noFill/>
          </a:ln>
        </p:spPr>
      </p:pic>
    </p:spTree>
    <p:extLst>
      <p:ext uri="{BB962C8B-B14F-4D97-AF65-F5344CB8AC3E}">
        <p14:creationId xmlns:p14="http://schemas.microsoft.com/office/powerpoint/2010/main" val="3091824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4_title">
  <p:cSld name="4_title">
    <p:spTree>
      <p:nvGrpSpPr>
        <p:cNvPr id="1" name="Shape 39"/>
        <p:cNvGrpSpPr/>
        <p:nvPr/>
      </p:nvGrpSpPr>
      <p:grpSpPr>
        <a:xfrm>
          <a:off x="0" y="0"/>
          <a:ext cx="0" cy="0"/>
          <a:chOff x="0" y="0"/>
          <a:chExt cx="0" cy="0"/>
        </a:xfrm>
      </p:grpSpPr>
      <p:sp>
        <p:nvSpPr>
          <p:cNvPr id="40" name="Google Shape;40;p14"/>
          <p:cNvSpPr>
            <a:spLocks noGrp="1"/>
          </p:cNvSpPr>
          <p:nvPr>
            <p:ph type="pic" idx="2"/>
          </p:nvPr>
        </p:nvSpPr>
        <p:spPr>
          <a:xfrm>
            <a:off x="0" y="0"/>
            <a:ext cx="12192000" cy="6858000"/>
          </a:xfrm>
          <a:prstGeom prst="rect">
            <a:avLst/>
          </a:prstGeom>
          <a:noFill/>
          <a:ln>
            <a:noFill/>
          </a:ln>
        </p:spPr>
      </p:sp>
      <p:pic>
        <p:nvPicPr>
          <p:cNvPr id="41" name="Google Shape;41;p14"/>
          <p:cNvPicPr preferRelativeResize="0"/>
          <p:nvPr/>
        </p:nvPicPr>
        <p:blipFill rotWithShape="1">
          <a:blip r:embed="rId2">
            <a:alphaModFix/>
          </a:blip>
          <a:srcRect/>
          <a:stretch/>
        </p:blipFill>
        <p:spPr>
          <a:xfrm>
            <a:off x="-1" y="-3491246"/>
            <a:ext cx="10358214" cy="10358214"/>
          </a:xfrm>
          <a:prstGeom prst="rect">
            <a:avLst/>
          </a:prstGeom>
          <a:noFill/>
          <a:ln>
            <a:noFill/>
          </a:ln>
        </p:spPr>
      </p:pic>
      <p:sp>
        <p:nvSpPr>
          <p:cNvPr id="42" name="Google Shape;42;p14"/>
          <p:cNvSpPr>
            <a:spLocks noGrp="1"/>
          </p:cNvSpPr>
          <p:nvPr>
            <p:ph type="pic" idx="3"/>
          </p:nvPr>
        </p:nvSpPr>
        <p:spPr>
          <a:xfrm>
            <a:off x="0" y="0"/>
            <a:ext cx="12192000" cy="6858000"/>
          </a:xfrm>
          <a:prstGeom prst="rect">
            <a:avLst/>
          </a:prstGeom>
          <a:noFill/>
          <a:ln>
            <a:noFill/>
          </a:ln>
        </p:spPr>
      </p:sp>
      <p:sp>
        <p:nvSpPr>
          <p:cNvPr id="43" name="Google Shape;43;p14"/>
          <p:cNvSpPr txBox="1">
            <a:spLocks noGrp="1"/>
          </p:cNvSpPr>
          <p:nvPr>
            <p:ph type="ctrTitle"/>
          </p:nvPr>
        </p:nvSpPr>
        <p:spPr>
          <a:xfrm>
            <a:off x="1833787" y="786741"/>
            <a:ext cx="592168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4"/>
          <p:cNvSpPr txBox="1">
            <a:spLocks noGrp="1"/>
          </p:cNvSpPr>
          <p:nvPr>
            <p:ph type="subTitle" idx="1"/>
          </p:nvPr>
        </p:nvSpPr>
        <p:spPr>
          <a:xfrm>
            <a:off x="1833787" y="2753669"/>
            <a:ext cx="5921680" cy="69466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5" name="Google Shape;45;p14"/>
          <p:cNvPicPr preferRelativeResize="0"/>
          <p:nvPr/>
        </p:nvPicPr>
        <p:blipFill rotWithShape="1">
          <a:blip r:embed="rId3">
            <a:alphaModFix/>
          </a:blip>
          <a:srcRect/>
          <a:stretch/>
        </p:blipFill>
        <p:spPr>
          <a:xfrm>
            <a:off x="8926848" y="5621866"/>
            <a:ext cx="2523761" cy="665177"/>
          </a:xfrm>
          <a:prstGeom prst="rect">
            <a:avLst/>
          </a:prstGeom>
          <a:noFill/>
          <a:ln>
            <a:noFill/>
          </a:ln>
        </p:spPr>
      </p:pic>
    </p:spTree>
    <p:extLst>
      <p:ext uri="{BB962C8B-B14F-4D97-AF65-F5344CB8AC3E}">
        <p14:creationId xmlns:p14="http://schemas.microsoft.com/office/powerpoint/2010/main" val="2704204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divider">
  <p:cSld name="1_divider">
    <p:bg>
      <p:bgPr>
        <a:solidFill>
          <a:srgbClr val="1F31AD"/>
        </a:solidFill>
        <a:effectLst/>
      </p:bgPr>
    </p:bg>
    <p:spTree>
      <p:nvGrpSpPr>
        <p:cNvPr id="1" name="Shape 46"/>
        <p:cNvGrpSpPr/>
        <p:nvPr/>
      </p:nvGrpSpPr>
      <p:grpSpPr>
        <a:xfrm>
          <a:off x="0" y="0"/>
          <a:ext cx="0" cy="0"/>
          <a:chOff x="0" y="0"/>
          <a:chExt cx="0" cy="0"/>
        </a:xfrm>
      </p:grpSpPr>
      <p:pic>
        <p:nvPicPr>
          <p:cNvPr id="47" name="Google Shape;47;p15"/>
          <p:cNvPicPr preferRelativeResize="0"/>
          <p:nvPr/>
        </p:nvPicPr>
        <p:blipFill rotWithShape="1">
          <a:blip r:embed="rId2">
            <a:alphaModFix/>
          </a:blip>
          <a:srcRect/>
          <a:stretch/>
        </p:blipFill>
        <p:spPr>
          <a:xfrm>
            <a:off x="0" y="0"/>
            <a:ext cx="8518358" cy="8518358"/>
          </a:xfrm>
          <a:prstGeom prst="rect">
            <a:avLst/>
          </a:prstGeom>
          <a:noFill/>
          <a:ln>
            <a:noFill/>
          </a:ln>
        </p:spPr>
      </p:pic>
      <p:sp>
        <p:nvSpPr>
          <p:cNvPr id="48" name="Google Shape;48;p15"/>
          <p:cNvSpPr txBox="1">
            <a:spLocks noGrp="1"/>
          </p:cNvSpPr>
          <p:nvPr>
            <p:ph type="ctrTitle"/>
          </p:nvPr>
        </p:nvSpPr>
        <p:spPr>
          <a:xfrm>
            <a:off x="1577063" y="2775963"/>
            <a:ext cx="5353123" cy="18748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5"/>
          <p:cNvSpPr txBox="1">
            <a:spLocks noGrp="1"/>
          </p:cNvSpPr>
          <p:nvPr>
            <p:ph type="subTitle" idx="1"/>
          </p:nvPr>
        </p:nvSpPr>
        <p:spPr>
          <a:xfrm>
            <a:off x="1577063" y="4742890"/>
            <a:ext cx="5353123" cy="13014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50" name="Google Shape;50;p15"/>
          <p:cNvPicPr preferRelativeResize="0"/>
          <p:nvPr/>
        </p:nvPicPr>
        <p:blipFill rotWithShape="1">
          <a:blip r:embed="rId3">
            <a:alphaModFix/>
          </a:blip>
          <a:srcRect/>
          <a:stretch/>
        </p:blipFill>
        <p:spPr>
          <a:xfrm>
            <a:off x="1352549" y="288758"/>
            <a:ext cx="1352277" cy="356414"/>
          </a:xfrm>
          <a:prstGeom prst="rect">
            <a:avLst/>
          </a:prstGeom>
          <a:noFill/>
          <a:ln>
            <a:noFill/>
          </a:ln>
        </p:spPr>
      </p:pic>
    </p:spTree>
    <p:extLst>
      <p:ext uri="{BB962C8B-B14F-4D97-AF65-F5344CB8AC3E}">
        <p14:creationId xmlns:p14="http://schemas.microsoft.com/office/powerpoint/2010/main" val="3739288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divider">
  <p:cSld name="2_divider">
    <p:bg>
      <p:bgPr>
        <a:solidFill>
          <a:srgbClr val="5B69FF"/>
        </a:solidFill>
        <a:effectLst/>
      </p:bgPr>
    </p:bg>
    <p:spTree>
      <p:nvGrpSpPr>
        <p:cNvPr id="1" name="Shape 51"/>
        <p:cNvGrpSpPr/>
        <p:nvPr/>
      </p:nvGrpSpPr>
      <p:grpSpPr>
        <a:xfrm>
          <a:off x="0" y="0"/>
          <a:ext cx="0" cy="0"/>
          <a:chOff x="0" y="0"/>
          <a:chExt cx="0" cy="0"/>
        </a:xfrm>
      </p:grpSpPr>
      <p:pic>
        <p:nvPicPr>
          <p:cNvPr id="52" name="Google Shape;52;p16"/>
          <p:cNvPicPr preferRelativeResize="0"/>
          <p:nvPr/>
        </p:nvPicPr>
        <p:blipFill rotWithShape="1">
          <a:blip r:embed="rId2">
            <a:alphaModFix/>
          </a:blip>
          <a:srcRect/>
          <a:stretch/>
        </p:blipFill>
        <p:spPr>
          <a:xfrm>
            <a:off x="-18007" y="-2896617"/>
            <a:ext cx="9763585" cy="9763585"/>
          </a:xfrm>
          <a:prstGeom prst="rect">
            <a:avLst/>
          </a:prstGeom>
          <a:noFill/>
          <a:ln>
            <a:noFill/>
          </a:ln>
        </p:spPr>
      </p:pic>
      <p:sp>
        <p:nvSpPr>
          <p:cNvPr id="53" name="Google Shape;53;p16"/>
          <p:cNvSpPr txBox="1">
            <a:spLocks noGrp="1"/>
          </p:cNvSpPr>
          <p:nvPr>
            <p:ph type="ctrTitle"/>
          </p:nvPr>
        </p:nvSpPr>
        <p:spPr>
          <a:xfrm>
            <a:off x="1833787" y="1554148"/>
            <a:ext cx="592168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6"/>
          <p:cNvSpPr txBox="1">
            <a:spLocks noGrp="1"/>
          </p:cNvSpPr>
          <p:nvPr>
            <p:ph type="subTitle" idx="1"/>
          </p:nvPr>
        </p:nvSpPr>
        <p:spPr>
          <a:xfrm>
            <a:off x="1833787" y="3521076"/>
            <a:ext cx="5921680" cy="69466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55" name="Google Shape;55;p16"/>
          <p:cNvPicPr preferRelativeResize="0"/>
          <p:nvPr/>
        </p:nvPicPr>
        <p:blipFill rotWithShape="1">
          <a:blip r:embed="rId3">
            <a:alphaModFix/>
          </a:blip>
          <a:srcRect/>
          <a:stretch/>
        </p:blipFill>
        <p:spPr>
          <a:xfrm>
            <a:off x="9566490" y="5871410"/>
            <a:ext cx="2124749" cy="560011"/>
          </a:xfrm>
          <a:prstGeom prst="rect">
            <a:avLst/>
          </a:prstGeom>
          <a:noFill/>
          <a:ln>
            <a:noFill/>
          </a:ln>
        </p:spPr>
      </p:pic>
    </p:spTree>
    <p:extLst>
      <p:ext uri="{BB962C8B-B14F-4D97-AF65-F5344CB8AC3E}">
        <p14:creationId xmlns:p14="http://schemas.microsoft.com/office/powerpoint/2010/main" val="96214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divider">
  <p:cSld name="3_divider">
    <p:bg>
      <p:bgPr>
        <a:solidFill>
          <a:srgbClr val="98A1FF"/>
        </a:solidFill>
        <a:effectLst/>
      </p:bgPr>
    </p:bg>
    <p:spTree>
      <p:nvGrpSpPr>
        <p:cNvPr id="1" name="Shape 56"/>
        <p:cNvGrpSpPr/>
        <p:nvPr/>
      </p:nvGrpSpPr>
      <p:grpSpPr>
        <a:xfrm>
          <a:off x="0" y="0"/>
          <a:ext cx="0" cy="0"/>
          <a:chOff x="0" y="0"/>
          <a:chExt cx="0" cy="0"/>
        </a:xfrm>
      </p:grpSpPr>
      <p:sp>
        <p:nvSpPr>
          <p:cNvPr id="57" name="Google Shape;57;p17"/>
          <p:cNvSpPr txBox="1">
            <a:spLocks noGrp="1"/>
          </p:cNvSpPr>
          <p:nvPr>
            <p:ph type="ctrTitle"/>
          </p:nvPr>
        </p:nvSpPr>
        <p:spPr>
          <a:xfrm>
            <a:off x="8017438" y="1842906"/>
            <a:ext cx="359841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7"/>
          <p:cNvSpPr txBox="1">
            <a:spLocks noGrp="1"/>
          </p:cNvSpPr>
          <p:nvPr>
            <p:ph type="subTitle" idx="1"/>
          </p:nvPr>
        </p:nvSpPr>
        <p:spPr>
          <a:xfrm>
            <a:off x="8017438" y="3809833"/>
            <a:ext cx="3598410" cy="9306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59" name="Google Shape;59;p17"/>
          <p:cNvPicPr preferRelativeResize="0"/>
          <p:nvPr/>
        </p:nvPicPr>
        <p:blipFill rotWithShape="1">
          <a:blip r:embed="rId2">
            <a:alphaModFix/>
          </a:blip>
          <a:srcRect/>
          <a:stretch/>
        </p:blipFill>
        <p:spPr>
          <a:xfrm>
            <a:off x="-1" y="5983357"/>
            <a:ext cx="874643" cy="874643"/>
          </a:xfrm>
          <a:prstGeom prst="rect">
            <a:avLst/>
          </a:prstGeom>
          <a:noFill/>
          <a:ln>
            <a:noFill/>
          </a:ln>
        </p:spPr>
      </p:pic>
      <p:sp>
        <p:nvSpPr>
          <p:cNvPr id="60" name="Google Shape;60;p17"/>
          <p:cNvSpPr>
            <a:spLocks noGrp="1"/>
          </p:cNvSpPr>
          <p:nvPr>
            <p:ph type="pic" idx="2"/>
          </p:nvPr>
        </p:nvSpPr>
        <p:spPr>
          <a:xfrm>
            <a:off x="874642" y="-695294"/>
            <a:ext cx="6678652" cy="6678652"/>
          </a:xfrm>
          <a:prstGeom prst="flowChartDelay">
            <a:avLst/>
          </a:prstGeom>
          <a:noFill/>
          <a:ln>
            <a:noFill/>
          </a:ln>
        </p:spPr>
      </p:sp>
      <p:pic>
        <p:nvPicPr>
          <p:cNvPr id="61" name="Google Shape;61;p17"/>
          <p:cNvPicPr preferRelativeResize="0"/>
          <p:nvPr/>
        </p:nvPicPr>
        <p:blipFill rotWithShape="1">
          <a:blip r:embed="rId3">
            <a:alphaModFix/>
          </a:blip>
          <a:srcRect/>
          <a:stretch/>
        </p:blipFill>
        <p:spPr>
          <a:xfrm>
            <a:off x="1352549" y="6253214"/>
            <a:ext cx="1352277" cy="356414"/>
          </a:xfrm>
          <a:prstGeom prst="rect">
            <a:avLst/>
          </a:prstGeom>
          <a:noFill/>
          <a:ln>
            <a:noFill/>
          </a:ln>
        </p:spPr>
      </p:pic>
    </p:spTree>
    <p:extLst>
      <p:ext uri="{BB962C8B-B14F-4D97-AF65-F5344CB8AC3E}">
        <p14:creationId xmlns:p14="http://schemas.microsoft.com/office/powerpoint/2010/main" val="3033199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_divider">
  <p:cSld name="4_divider">
    <p:bg>
      <p:bgPr>
        <a:solidFill>
          <a:srgbClr val="C81326"/>
        </a:solidFill>
        <a:effectLst/>
      </p:bgPr>
    </p:bg>
    <p:spTree>
      <p:nvGrpSpPr>
        <p:cNvPr id="1" name="Shape 62"/>
        <p:cNvGrpSpPr/>
        <p:nvPr/>
      </p:nvGrpSpPr>
      <p:grpSpPr>
        <a:xfrm>
          <a:off x="0" y="0"/>
          <a:ext cx="0" cy="0"/>
          <a:chOff x="0" y="0"/>
          <a:chExt cx="0" cy="0"/>
        </a:xfrm>
      </p:grpSpPr>
      <p:sp>
        <p:nvSpPr>
          <p:cNvPr id="63" name="Google Shape;63;p18"/>
          <p:cNvSpPr txBox="1">
            <a:spLocks noGrp="1"/>
          </p:cNvSpPr>
          <p:nvPr>
            <p:ph type="ctrTitle"/>
          </p:nvPr>
        </p:nvSpPr>
        <p:spPr>
          <a:xfrm>
            <a:off x="1577063" y="2775963"/>
            <a:ext cx="5353123" cy="18748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8"/>
          <p:cNvSpPr txBox="1">
            <a:spLocks noGrp="1"/>
          </p:cNvSpPr>
          <p:nvPr>
            <p:ph type="subTitle" idx="1"/>
          </p:nvPr>
        </p:nvSpPr>
        <p:spPr>
          <a:xfrm>
            <a:off x="1577063" y="4742890"/>
            <a:ext cx="5353123" cy="13014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65" name="Google Shape;65;p18"/>
          <p:cNvPicPr preferRelativeResize="0"/>
          <p:nvPr/>
        </p:nvPicPr>
        <p:blipFill rotWithShape="1">
          <a:blip r:embed="rId2">
            <a:alphaModFix/>
          </a:blip>
          <a:srcRect/>
          <a:stretch/>
        </p:blipFill>
        <p:spPr>
          <a:xfrm>
            <a:off x="1352549" y="288758"/>
            <a:ext cx="1352277" cy="356414"/>
          </a:xfrm>
          <a:prstGeom prst="rect">
            <a:avLst/>
          </a:prstGeom>
          <a:noFill/>
          <a:ln>
            <a:noFill/>
          </a:ln>
        </p:spPr>
      </p:pic>
      <p:pic>
        <p:nvPicPr>
          <p:cNvPr id="66" name="Google Shape;66;p18"/>
          <p:cNvPicPr preferRelativeResize="0"/>
          <p:nvPr/>
        </p:nvPicPr>
        <p:blipFill rotWithShape="1">
          <a:blip r:embed="rId3">
            <a:alphaModFix/>
          </a:blip>
          <a:srcRect/>
          <a:stretch/>
        </p:blipFill>
        <p:spPr>
          <a:xfrm>
            <a:off x="-1" y="-1"/>
            <a:ext cx="8518357" cy="8518357"/>
          </a:xfrm>
          <a:prstGeom prst="rect">
            <a:avLst/>
          </a:prstGeom>
          <a:noFill/>
          <a:ln>
            <a:noFill/>
          </a:ln>
        </p:spPr>
      </p:pic>
    </p:spTree>
    <p:extLst>
      <p:ext uri="{BB962C8B-B14F-4D97-AF65-F5344CB8AC3E}">
        <p14:creationId xmlns:p14="http://schemas.microsoft.com/office/powerpoint/2010/main" val="2815921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5_divider">
  <p:cSld name="5_divider">
    <p:bg>
      <p:bgPr>
        <a:solidFill>
          <a:srgbClr val="FF5660"/>
        </a:solidFill>
        <a:effectLst/>
      </p:bgPr>
    </p:bg>
    <p:spTree>
      <p:nvGrpSpPr>
        <p:cNvPr id="1" name="Shape 67"/>
        <p:cNvGrpSpPr/>
        <p:nvPr/>
      </p:nvGrpSpPr>
      <p:grpSpPr>
        <a:xfrm>
          <a:off x="0" y="0"/>
          <a:ext cx="0" cy="0"/>
          <a:chOff x="0" y="0"/>
          <a:chExt cx="0" cy="0"/>
        </a:xfrm>
      </p:grpSpPr>
      <p:pic>
        <p:nvPicPr>
          <p:cNvPr id="68" name="Google Shape;68;p19"/>
          <p:cNvPicPr preferRelativeResize="0"/>
          <p:nvPr/>
        </p:nvPicPr>
        <p:blipFill rotWithShape="1">
          <a:blip r:embed="rId2">
            <a:alphaModFix/>
          </a:blip>
          <a:srcRect/>
          <a:stretch/>
        </p:blipFill>
        <p:spPr>
          <a:xfrm>
            <a:off x="-18008" y="-2891071"/>
            <a:ext cx="9763585" cy="9763585"/>
          </a:xfrm>
          <a:prstGeom prst="rect">
            <a:avLst/>
          </a:prstGeom>
          <a:noFill/>
          <a:ln>
            <a:noFill/>
          </a:ln>
        </p:spPr>
      </p:pic>
      <p:sp>
        <p:nvSpPr>
          <p:cNvPr id="69" name="Google Shape;69;p19"/>
          <p:cNvSpPr txBox="1">
            <a:spLocks noGrp="1"/>
          </p:cNvSpPr>
          <p:nvPr>
            <p:ph type="ctrTitle"/>
          </p:nvPr>
        </p:nvSpPr>
        <p:spPr>
          <a:xfrm>
            <a:off x="1833787" y="1554148"/>
            <a:ext cx="592168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9"/>
          <p:cNvSpPr txBox="1">
            <a:spLocks noGrp="1"/>
          </p:cNvSpPr>
          <p:nvPr>
            <p:ph type="subTitle" idx="1"/>
          </p:nvPr>
        </p:nvSpPr>
        <p:spPr>
          <a:xfrm>
            <a:off x="1833787" y="3521076"/>
            <a:ext cx="5921680" cy="69466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71" name="Google Shape;71;p19"/>
          <p:cNvPicPr preferRelativeResize="0"/>
          <p:nvPr/>
        </p:nvPicPr>
        <p:blipFill rotWithShape="1">
          <a:blip r:embed="rId3">
            <a:alphaModFix/>
          </a:blip>
          <a:srcRect/>
          <a:stretch/>
        </p:blipFill>
        <p:spPr>
          <a:xfrm>
            <a:off x="9566490" y="5871410"/>
            <a:ext cx="2124749" cy="560011"/>
          </a:xfrm>
          <a:prstGeom prst="rect">
            <a:avLst/>
          </a:prstGeom>
          <a:noFill/>
          <a:ln>
            <a:noFill/>
          </a:ln>
        </p:spPr>
      </p:pic>
    </p:spTree>
    <p:extLst>
      <p:ext uri="{BB962C8B-B14F-4D97-AF65-F5344CB8AC3E}">
        <p14:creationId xmlns:p14="http://schemas.microsoft.com/office/powerpoint/2010/main" val="928049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6_divider">
  <p:cSld name="6_divider">
    <p:bg>
      <p:bgPr>
        <a:solidFill>
          <a:srgbClr val="FF858A"/>
        </a:solidFill>
        <a:effectLst/>
      </p:bgPr>
    </p:bg>
    <p:spTree>
      <p:nvGrpSpPr>
        <p:cNvPr id="1" name="Shape 72"/>
        <p:cNvGrpSpPr/>
        <p:nvPr/>
      </p:nvGrpSpPr>
      <p:grpSpPr>
        <a:xfrm>
          <a:off x="0" y="0"/>
          <a:ext cx="0" cy="0"/>
          <a:chOff x="0" y="0"/>
          <a:chExt cx="0" cy="0"/>
        </a:xfrm>
      </p:grpSpPr>
      <p:sp>
        <p:nvSpPr>
          <p:cNvPr id="73" name="Google Shape;73;p20"/>
          <p:cNvSpPr txBox="1">
            <a:spLocks noGrp="1"/>
          </p:cNvSpPr>
          <p:nvPr>
            <p:ph type="ctrTitle"/>
          </p:nvPr>
        </p:nvSpPr>
        <p:spPr>
          <a:xfrm>
            <a:off x="8017438" y="1842906"/>
            <a:ext cx="3598410" cy="1874852"/>
          </a:xfrm>
          <a:prstGeom prst="rect">
            <a:avLst/>
          </a:prstGeom>
          <a:solidFill>
            <a:srgbClr val="FF858A"/>
          </a:solid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0"/>
          <p:cNvSpPr txBox="1">
            <a:spLocks noGrp="1"/>
          </p:cNvSpPr>
          <p:nvPr>
            <p:ph type="subTitle" idx="1"/>
          </p:nvPr>
        </p:nvSpPr>
        <p:spPr>
          <a:xfrm>
            <a:off x="8017438" y="3809833"/>
            <a:ext cx="3598410" cy="930609"/>
          </a:xfrm>
          <a:prstGeom prst="rect">
            <a:avLst/>
          </a:prstGeom>
          <a:solidFill>
            <a:srgbClr val="FF858A"/>
          </a:solid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75" name="Google Shape;75;p20"/>
          <p:cNvSpPr>
            <a:spLocks noGrp="1"/>
          </p:cNvSpPr>
          <p:nvPr>
            <p:ph type="pic" idx="2"/>
          </p:nvPr>
        </p:nvSpPr>
        <p:spPr>
          <a:xfrm>
            <a:off x="874642" y="-695294"/>
            <a:ext cx="6678652" cy="6678652"/>
          </a:xfrm>
          <a:prstGeom prst="flowChartDelay">
            <a:avLst/>
          </a:prstGeom>
          <a:noFill/>
          <a:ln>
            <a:noFill/>
          </a:ln>
        </p:spPr>
      </p:sp>
      <p:sp>
        <p:nvSpPr>
          <p:cNvPr id="76" name="Google Shape;76;p20"/>
          <p:cNvSpPr/>
          <p:nvPr/>
        </p:nvSpPr>
        <p:spPr>
          <a:xfrm>
            <a:off x="0" y="5983356"/>
            <a:ext cx="874643" cy="874643"/>
          </a:xfrm>
          <a:prstGeom prst="rect">
            <a:avLst/>
          </a:prstGeom>
          <a:solidFill>
            <a:srgbClr val="FFB6B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Play"/>
              <a:ea typeface="Play"/>
              <a:cs typeface="Play"/>
              <a:sym typeface="Play"/>
            </a:endParaRPr>
          </a:p>
        </p:txBody>
      </p:sp>
      <p:pic>
        <p:nvPicPr>
          <p:cNvPr id="77" name="Google Shape;77;p20"/>
          <p:cNvPicPr preferRelativeResize="0"/>
          <p:nvPr/>
        </p:nvPicPr>
        <p:blipFill rotWithShape="1">
          <a:blip r:embed="rId2">
            <a:alphaModFix/>
          </a:blip>
          <a:srcRect/>
          <a:stretch/>
        </p:blipFill>
        <p:spPr>
          <a:xfrm>
            <a:off x="1352549" y="6253214"/>
            <a:ext cx="1352277" cy="356414"/>
          </a:xfrm>
          <a:prstGeom prst="rect">
            <a:avLst/>
          </a:prstGeom>
          <a:noFill/>
          <a:ln>
            <a:noFill/>
          </a:ln>
        </p:spPr>
      </p:pic>
    </p:spTree>
    <p:extLst>
      <p:ext uri="{BB962C8B-B14F-4D97-AF65-F5344CB8AC3E}">
        <p14:creationId xmlns:p14="http://schemas.microsoft.com/office/powerpoint/2010/main" val="29491023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7_divider">
  <p:cSld name="7_divider">
    <p:bg>
      <p:bgPr>
        <a:solidFill>
          <a:srgbClr val="005C84"/>
        </a:solidFill>
        <a:effectLst/>
      </p:bgPr>
    </p:bg>
    <p:spTree>
      <p:nvGrpSpPr>
        <p:cNvPr id="1" name="Shape 78"/>
        <p:cNvGrpSpPr/>
        <p:nvPr/>
      </p:nvGrpSpPr>
      <p:grpSpPr>
        <a:xfrm>
          <a:off x="0" y="0"/>
          <a:ext cx="0" cy="0"/>
          <a:chOff x="0" y="0"/>
          <a:chExt cx="0" cy="0"/>
        </a:xfrm>
      </p:grpSpPr>
      <p:sp>
        <p:nvSpPr>
          <p:cNvPr id="79" name="Google Shape;79;p21"/>
          <p:cNvSpPr txBox="1">
            <a:spLocks noGrp="1"/>
          </p:cNvSpPr>
          <p:nvPr>
            <p:ph type="ctrTitle"/>
          </p:nvPr>
        </p:nvSpPr>
        <p:spPr>
          <a:xfrm>
            <a:off x="1577063" y="2775963"/>
            <a:ext cx="5353123" cy="18748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1"/>
          <p:cNvSpPr txBox="1">
            <a:spLocks noGrp="1"/>
          </p:cNvSpPr>
          <p:nvPr>
            <p:ph type="subTitle" idx="1"/>
          </p:nvPr>
        </p:nvSpPr>
        <p:spPr>
          <a:xfrm>
            <a:off x="1577063" y="4742890"/>
            <a:ext cx="5353123" cy="13014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1" name="Google Shape;81;p21"/>
          <p:cNvPicPr preferRelativeResize="0"/>
          <p:nvPr/>
        </p:nvPicPr>
        <p:blipFill rotWithShape="1">
          <a:blip r:embed="rId2">
            <a:alphaModFix/>
          </a:blip>
          <a:srcRect/>
          <a:stretch/>
        </p:blipFill>
        <p:spPr>
          <a:xfrm>
            <a:off x="1352549" y="288758"/>
            <a:ext cx="1352277" cy="356414"/>
          </a:xfrm>
          <a:prstGeom prst="rect">
            <a:avLst/>
          </a:prstGeom>
          <a:noFill/>
          <a:ln>
            <a:noFill/>
          </a:ln>
        </p:spPr>
      </p:pic>
      <p:pic>
        <p:nvPicPr>
          <p:cNvPr id="82" name="Google Shape;82;p21"/>
          <p:cNvPicPr preferRelativeResize="0"/>
          <p:nvPr/>
        </p:nvPicPr>
        <p:blipFill rotWithShape="1">
          <a:blip r:embed="rId3">
            <a:alphaModFix/>
          </a:blip>
          <a:srcRect/>
          <a:stretch/>
        </p:blipFill>
        <p:spPr>
          <a:xfrm>
            <a:off x="0" y="-1"/>
            <a:ext cx="8518356" cy="8518356"/>
          </a:xfrm>
          <a:prstGeom prst="rect">
            <a:avLst/>
          </a:prstGeom>
          <a:noFill/>
          <a:ln>
            <a:noFill/>
          </a:ln>
        </p:spPr>
      </p:pic>
    </p:spTree>
    <p:extLst>
      <p:ext uri="{BB962C8B-B14F-4D97-AF65-F5344CB8AC3E}">
        <p14:creationId xmlns:p14="http://schemas.microsoft.com/office/powerpoint/2010/main" val="29923570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8_divider">
  <p:cSld name="8_divider">
    <p:bg>
      <p:bgPr>
        <a:solidFill>
          <a:srgbClr val="02C8FD"/>
        </a:solidFill>
        <a:effectLst/>
      </p:bgPr>
    </p:bg>
    <p:spTree>
      <p:nvGrpSpPr>
        <p:cNvPr id="1" name="Shape 83"/>
        <p:cNvGrpSpPr/>
        <p:nvPr/>
      </p:nvGrpSpPr>
      <p:grpSpPr>
        <a:xfrm>
          <a:off x="0" y="0"/>
          <a:ext cx="0" cy="0"/>
          <a:chOff x="0" y="0"/>
          <a:chExt cx="0" cy="0"/>
        </a:xfrm>
      </p:grpSpPr>
      <p:pic>
        <p:nvPicPr>
          <p:cNvPr id="84" name="Google Shape;84;p22"/>
          <p:cNvPicPr preferRelativeResize="0"/>
          <p:nvPr/>
        </p:nvPicPr>
        <p:blipFill rotWithShape="1">
          <a:blip r:embed="rId2">
            <a:alphaModFix/>
          </a:blip>
          <a:srcRect/>
          <a:stretch/>
        </p:blipFill>
        <p:spPr>
          <a:xfrm>
            <a:off x="-14515" y="-2893472"/>
            <a:ext cx="9760092" cy="9760092"/>
          </a:xfrm>
          <a:prstGeom prst="rect">
            <a:avLst/>
          </a:prstGeom>
          <a:noFill/>
          <a:ln>
            <a:noFill/>
          </a:ln>
        </p:spPr>
      </p:pic>
      <p:sp>
        <p:nvSpPr>
          <p:cNvPr id="85" name="Google Shape;85;p22"/>
          <p:cNvSpPr txBox="1">
            <a:spLocks noGrp="1"/>
          </p:cNvSpPr>
          <p:nvPr>
            <p:ph type="ctrTitle"/>
          </p:nvPr>
        </p:nvSpPr>
        <p:spPr>
          <a:xfrm>
            <a:off x="1833787" y="1554148"/>
            <a:ext cx="592168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2"/>
          <p:cNvSpPr txBox="1">
            <a:spLocks noGrp="1"/>
          </p:cNvSpPr>
          <p:nvPr>
            <p:ph type="subTitle" idx="1"/>
          </p:nvPr>
        </p:nvSpPr>
        <p:spPr>
          <a:xfrm>
            <a:off x="1833787" y="3521076"/>
            <a:ext cx="5921680" cy="69466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7" name="Google Shape;87;p22"/>
          <p:cNvPicPr preferRelativeResize="0"/>
          <p:nvPr/>
        </p:nvPicPr>
        <p:blipFill rotWithShape="1">
          <a:blip r:embed="rId3">
            <a:alphaModFix/>
          </a:blip>
          <a:srcRect/>
          <a:stretch/>
        </p:blipFill>
        <p:spPr>
          <a:xfrm>
            <a:off x="9566490" y="5871410"/>
            <a:ext cx="2124749" cy="560011"/>
          </a:xfrm>
          <a:prstGeom prst="rect">
            <a:avLst/>
          </a:prstGeom>
          <a:noFill/>
          <a:ln>
            <a:noFill/>
          </a:ln>
        </p:spPr>
      </p:pic>
    </p:spTree>
    <p:extLst>
      <p:ext uri="{BB962C8B-B14F-4D97-AF65-F5344CB8AC3E}">
        <p14:creationId xmlns:p14="http://schemas.microsoft.com/office/powerpoint/2010/main" val="1099667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9_divider">
  <p:cSld name="9_divider">
    <p:bg>
      <p:bgPr>
        <a:solidFill>
          <a:srgbClr val="7ADEFF"/>
        </a:solidFill>
        <a:effectLst/>
      </p:bgPr>
    </p:bg>
    <p:spTree>
      <p:nvGrpSpPr>
        <p:cNvPr id="1" name="Shape 88"/>
        <p:cNvGrpSpPr/>
        <p:nvPr/>
      </p:nvGrpSpPr>
      <p:grpSpPr>
        <a:xfrm>
          <a:off x="0" y="0"/>
          <a:ext cx="0" cy="0"/>
          <a:chOff x="0" y="0"/>
          <a:chExt cx="0" cy="0"/>
        </a:xfrm>
      </p:grpSpPr>
      <p:sp>
        <p:nvSpPr>
          <p:cNvPr id="89" name="Google Shape;89;p23"/>
          <p:cNvSpPr txBox="1">
            <a:spLocks noGrp="1"/>
          </p:cNvSpPr>
          <p:nvPr>
            <p:ph type="ctrTitle"/>
          </p:nvPr>
        </p:nvSpPr>
        <p:spPr>
          <a:xfrm>
            <a:off x="8017438" y="1842906"/>
            <a:ext cx="359841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23"/>
          <p:cNvSpPr txBox="1">
            <a:spLocks noGrp="1"/>
          </p:cNvSpPr>
          <p:nvPr>
            <p:ph type="subTitle" idx="1"/>
          </p:nvPr>
        </p:nvSpPr>
        <p:spPr>
          <a:xfrm>
            <a:off x="8017438" y="3809833"/>
            <a:ext cx="3598410" cy="9306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1" name="Google Shape;91;p23"/>
          <p:cNvSpPr>
            <a:spLocks noGrp="1"/>
          </p:cNvSpPr>
          <p:nvPr>
            <p:ph type="pic" idx="2"/>
          </p:nvPr>
        </p:nvSpPr>
        <p:spPr>
          <a:xfrm>
            <a:off x="874642" y="-695294"/>
            <a:ext cx="6678652" cy="6678652"/>
          </a:xfrm>
          <a:prstGeom prst="flowChartDelay">
            <a:avLst/>
          </a:prstGeom>
          <a:noFill/>
          <a:ln>
            <a:noFill/>
          </a:ln>
        </p:spPr>
      </p:sp>
      <p:sp>
        <p:nvSpPr>
          <p:cNvPr id="92" name="Google Shape;92;p23"/>
          <p:cNvSpPr/>
          <p:nvPr/>
        </p:nvSpPr>
        <p:spPr>
          <a:xfrm>
            <a:off x="0" y="5983356"/>
            <a:ext cx="874643" cy="874643"/>
          </a:xfrm>
          <a:prstGeom prst="rect">
            <a:avLst/>
          </a:prstGeom>
          <a:solidFill>
            <a:srgbClr val="02C8F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Play"/>
              <a:ea typeface="Play"/>
              <a:cs typeface="Play"/>
              <a:sym typeface="Play"/>
            </a:endParaRPr>
          </a:p>
        </p:txBody>
      </p:sp>
      <p:pic>
        <p:nvPicPr>
          <p:cNvPr id="93" name="Google Shape;93;p23"/>
          <p:cNvPicPr preferRelativeResize="0"/>
          <p:nvPr/>
        </p:nvPicPr>
        <p:blipFill rotWithShape="1">
          <a:blip r:embed="rId2">
            <a:alphaModFix/>
          </a:blip>
          <a:srcRect/>
          <a:stretch/>
        </p:blipFill>
        <p:spPr>
          <a:xfrm>
            <a:off x="1919978" y="7168467"/>
            <a:ext cx="8268750" cy="6858000"/>
          </a:xfrm>
          <a:prstGeom prst="rect">
            <a:avLst/>
          </a:prstGeom>
          <a:noFill/>
          <a:ln>
            <a:noFill/>
          </a:ln>
        </p:spPr>
      </p:pic>
      <p:pic>
        <p:nvPicPr>
          <p:cNvPr id="94" name="Google Shape;94;p23"/>
          <p:cNvPicPr preferRelativeResize="0"/>
          <p:nvPr/>
        </p:nvPicPr>
        <p:blipFill rotWithShape="1">
          <a:blip r:embed="rId3">
            <a:alphaModFix/>
          </a:blip>
          <a:srcRect/>
          <a:stretch/>
        </p:blipFill>
        <p:spPr>
          <a:xfrm>
            <a:off x="1352549" y="6253214"/>
            <a:ext cx="1352277" cy="356414"/>
          </a:xfrm>
          <a:prstGeom prst="rect">
            <a:avLst/>
          </a:prstGeom>
          <a:noFill/>
          <a:ln>
            <a:noFill/>
          </a:ln>
        </p:spPr>
      </p:pic>
    </p:spTree>
    <p:extLst>
      <p:ext uri="{BB962C8B-B14F-4D97-AF65-F5344CB8AC3E}">
        <p14:creationId xmlns:p14="http://schemas.microsoft.com/office/powerpoint/2010/main" val="1696982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0_divider">
  <p:cSld name="10_divider">
    <p:bg>
      <p:bgPr>
        <a:solidFill>
          <a:srgbClr val="CA8F00"/>
        </a:solidFill>
        <a:effectLst/>
      </p:bgPr>
    </p:bg>
    <p:spTree>
      <p:nvGrpSpPr>
        <p:cNvPr id="1" name="Shape 95"/>
        <p:cNvGrpSpPr/>
        <p:nvPr/>
      </p:nvGrpSpPr>
      <p:grpSpPr>
        <a:xfrm>
          <a:off x="0" y="0"/>
          <a:ext cx="0" cy="0"/>
          <a:chOff x="0" y="0"/>
          <a:chExt cx="0" cy="0"/>
        </a:xfrm>
      </p:grpSpPr>
      <p:sp>
        <p:nvSpPr>
          <p:cNvPr id="96" name="Google Shape;96;p24"/>
          <p:cNvSpPr txBox="1">
            <a:spLocks noGrp="1"/>
          </p:cNvSpPr>
          <p:nvPr>
            <p:ph type="ctrTitle"/>
          </p:nvPr>
        </p:nvSpPr>
        <p:spPr>
          <a:xfrm>
            <a:off x="1577063" y="2775963"/>
            <a:ext cx="5353123" cy="18748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4"/>
          <p:cNvSpPr txBox="1">
            <a:spLocks noGrp="1"/>
          </p:cNvSpPr>
          <p:nvPr>
            <p:ph type="subTitle" idx="1"/>
          </p:nvPr>
        </p:nvSpPr>
        <p:spPr>
          <a:xfrm>
            <a:off x="1577063" y="4742890"/>
            <a:ext cx="5353123" cy="13014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8" name="Google Shape;98;p24"/>
          <p:cNvPicPr preferRelativeResize="0"/>
          <p:nvPr/>
        </p:nvPicPr>
        <p:blipFill rotWithShape="1">
          <a:blip r:embed="rId2">
            <a:alphaModFix/>
          </a:blip>
          <a:srcRect/>
          <a:stretch/>
        </p:blipFill>
        <p:spPr>
          <a:xfrm>
            <a:off x="1352549" y="288758"/>
            <a:ext cx="1352277" cy="356414"/>
          </a:xfrm>
          <a:prstGeom prst="rect">
            <a:avLst/>
          </a:prstGeom>
          <a:noFill/>
          <a:ln>
            <a:noFill/>
          </a:ln>
        </p:spPr>
      </p:pic>
      <p:pic>
        <p:nvPicPr>
          <p:cNvPr id="99" name="Google Shape;99;p24"/>
          <p:cNvPicPr preferRelativeResize="0"/>
          <p:nvPr/>
        </p:nvPicPr>
        <p:blipFill rotWithShape="1">
          <a:blip r:embed="rId3">
            <a:alphaModFix/>
          </a:blip>
          <a:srcRect/>
          <a:stretch/>
        </p:blipFill>
        <p:spPr>
          <a:xfrm>
            <a:off x="0" y="0"/>
            <a:ext cx="8518356" cy="8518356"/>
          </a:xfrm>
          <a:prstGeom prst="rect">
            <a:avLst/>
          </a:prstGeom>
          <a:noFill/>
          <a:ln>
            <a:noFill/>
          </a:ln>
        </p:spPr>
      </p:pic>
    </p:spTree>
    <p:extLst>
      <p:ext uri="{BB962C8B-B14F-4D97-AF65-F5344CB8AC3E}">
        <p14:creationId xmlns:p14="http://schemas.microsoft.com/office/powerpoint/2010/main" val="103372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2_divider">
  <p:cSld name="12_divider">
    <p:bg>
      <p:bgPr>
        <a:solidFill>
          <a:srgbClr val="FFE27A"/>
        </a:solidFill>
        <a:effectLst/>
      </p:bgPr>
    </p:bg>
    <p:spTree>
      <p:nvGrpSpPr>
        <p:cNvPr id="1" name="Shape 100"/>
        <p:cNvGrpSpPr/>
        <p:nvPr/>
      </p:nvGrpSpPr>
      <p:grpSpPr>
        <a:xfrm>
          <a:off x="0" y="0"/>
          <a:ext cx="0" cy="0"/>
          <a:chOff x="0" y="0"/>
          <a:chExt cx="0" cy="0"/>
        </a:xfrm>
      </p:grpSpPr>
      <p:sp>
        <p:nvSpPr>
          <p:cNvPr id="101" name="Google Shape;101;p25"/>
          <p:cNvSpPr txBox="1">
            <a:spLocks noGrp="1"/>
          </p:cNvSpPr>
          <p:nvPr>
            <p:ph type="ctrTitle"/>
          </p:nvPr>
        </p:nvSpPr>
        <p:spPr>
          <a:xfrm>
            <a:off x="8017438" y="1842906"/>
            <a:ext cx="359841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25"/>
          <p:cNvSpPr txBox="1">
            <a:spLocks noGrp="1"/>
          </p:cNvSpPr>
          <p:nvPr>
            <p:ph type="subTitle" idx="1"/>
          </p:nvPr>
        </p:nvSpPr>
        <p:spPr>
          <a:xfrm>
            <a:off x="8017438" y="3809833"/>
            <a:ext cx="3598410" cy="9306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3" name="Google Shape;103;p25"/>
          <p:cNvSpPr>
            <a:spLocks noGrp="1"/>
          </p:cNvSpPr>
          <p:nvPr>
            <p:ph type="pic" idx="2"/>
          </p:nvPr>
        </p:nvSpPr>
        <p:spPr>
          <a:xfrm>
            <a:off x="874642" y="-695294"/>
            <a:ext cx="6678652" cy="6678652"/>
          </a:xfrm>
          <a:prstGeom prst="flowChartDelay">
            <a:avLst/>
          </a:prstGeom>
          <a:noFill/>
          <a:ln>
            <a:noFill/>
          </a:ln>
        </p:spPr>
      </p:sp>
      <p:sp>
        <p:nvSpPr>
          <p:cNvPr id="104" name="Google Shape;104;p25"/>
          <p:cNvSpPr/>
          <p:nvPr/>
        </p:nvSpPr>
        <p:spPr>
          <a:xfrm>
            <a:off x="0" y="5983356"/>
            <a:ext cx="874643" cy="874643"/>
          </a:xfrm>
          <a:prstGeom prst="rect">
            <a:avLst/>
          </a:prstGeom>
          <a:solidFill>
            <a:srgbClr val="EEB2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Play"/>
              <a:ea typeface="Play"/>
              <a:cs typeface="Play"/>
              <a:sym typeface="Play"/>
            </a:endParaRPr>
          </a:p>
        </p:txBody>
      </p:sp>
      <p:pic>
        <p:nvPicPr>
          <p:cNvPr id="105" name="Google Shape;105;p25"/>
          <p:cNvPicPr preferRelativeResize="0"/>
          <p:nvPr/>
        </p:nvPicPr>
        <p:blipFill rotWithShape="1">
          <a:blip r:embed="rId2">
            <a:alphaModFix/>
          </a:blip>
          <a:srcRect/>
          <a:stretch/>
        </p:blipFill>
        <p:spPr>
          <a:xfrm>
            <a:off x="1352747" y="6253214"/>
            <a:ext cx="1352277" cy="356414"/>
          </a:xfrm>
          <a:prstGeom prst="rect">
            <a:avLst/>
          </a:prstGeom>
          <a:noFill/>
          <a:ln>
            <a:noFill/>
          </a:ln>
        </p:spPr>
      </p:pic>
    </p:spTree>
    <p:extLst>
      <p:ext uri="{BB962C8B-B14F-4D97-AF65-F5344CB8AC3E}">
        <p14:creationId xmlns:p14="http://schemas.microsoft.com/office/powerpoint/2010/main" val="31658970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3_divider">
  <p:cSld name="13_divider">
    <p:bg>
      <p:bgPr>
        <a:solidFill>
          <a:srgbClr val="515A3C"/>
        </a:solidFill>
        <a:effectLst/>
      </p:bgPr>
    </p:bg>
    <p:spTree>
      <p:nvGrpSpPr>
        <p:cNvPr id="1" name="Shape 106"/>
        <p:cNvGrpSpPr/>
        <p:nvPr/>
      </p:nvGrpSpPr>
      <p:grpSpPr>
        <a:xfrm>
          <a:off x="0" y="0"/>
          <a:ext cx="0" cy="0"/>
          <a:chOff x="0" y="0"/>
          <a:chExt cx="0" cy="0"/>
        </a:xfrm>
      </p:grpSpPr>
      <p:sp>
        <p:nvSpPr>
          <p:cNvPr id="107" name="Google Shape;107;p26"/>
          <p:cNvSpPr txBox="1">
            <a:spLocks noGrp="1"/>
          </p:cNvSpPr>
          <p:nvPr>
            <p:ph type="ctrTitle"/>
          </p:nvPr>
        </p:nvSpPr>
        <p:spPr>
          <a:xfrm>
            <a:off x="1577063" y="2775963"/>
            <a:ext cx="5353123" cy="18748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6"/>
          <p:cNvSpPr txBox="1">
            <a:spLocks noGrp="1"/>
          </p:cNvSpPr>
          <p:nvPr>
            <p:ph type="subTitle" idx="1"/>
          </p:nvPr>
        </p:nvSpPr>
        <p:spPr>
          <a:xfrm>
            <a:off x="1577063" y="4742890"/>
            <a:ext cx="5353123" cy="13014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09" name="Google Shape;109;p26"/>
          <p:cNvPicPr preferRelativeResize="0"/>
          <p:nvPr/>
        </p:nvPicPr>
        <p:blipFill rotWithShape="1">
          <a:blip r:embed="rId2">
            <a:alphaModFix/>
          </a:blip>
          <a:srcRect/>
          <a:stretch/>
        </p:blipFill>
        <p:spPr>
          <a:xfrm>
            <a:off x="1352549" y="288758"/>
            <a:ext cx="1352277" cy="356414"/>
          </a:xfrm>
          <a:prstGeom prst="rect">
            <a:avLst/>
          </a:prstGeom>
          <a:noFill/>
          <a:ln>
            <a:noFill/>
          </a:ln>
        </p:spPr>
      </p:pic>
      <p:pic>
        <p:nvPicPr>
          <p:cNvPr id="110" name="Google Shape;110;p26"/>
          <p:cNvPicPr preferRelativeResize="0"/>
          <p:nvPr/>
        </p:nvPicPr>
        <p:blipFill rotWithShape="1">
          <a:blip r:embed="rId3">
            <a:alphaModFix/>
          </a:blip>
          <a:srcRect/>
          <a:stretch/>
        </p:blipFill>
        <p:spPr>
          <a:xfrm>
            <a:off x="3406" y="-1"/>
            <a:ext cx="8529463" cy="8529463"/>
          </a:xfrm>
          <a:prstGeom prst="rect">
            <a:avLst/>
          </a:prstGeom>
          <a:noFill/>
          <a:ln>
            <a:noFill/>
          </a:ln>
        </p:spPr>
      </p:pic>
    </p:spTree>
    <p:extLst>
      <p:ext uri="{BB962C8B-B14F-4D97-AF65-F5344CB8AC3E}">
        <p14:creationId xmlns:p14="http://schemas.microsoft.com/office/powerpoint/2010/main" val="31980186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4_divider">
  <p:cSld name="14_divider">
    <p:bg>
      <p:bgPr>
        <a:solidFill>
          <a:srgbClr val="8BAE46"/>
        </a:solidFill>
        <a:effectLst/>
      </p:bgPr>
    </p:bg>
    <p:spTree>
      <p:nvGrpSpPr>
        <p:cNvPr id="1" name="Shape 111"/>
        <p:cNvGrpSpPr/>
        <p:nvPr/>
      </p:nvGrpSpPr>
      <p:grpSpPr>
        <a:xfrm>
          <a:off x="0" y="0"/>
          <a:ext cx="0" cy="0"/>
          <a:chOff x="0" y="0"/>
          <a:chExt cx="0" cy="0"/>
        </a:xfrm>
      </p:grpSpPr>
      <p:pic>
        <p:nvPicPr>
          <p:cNvPr id="112" name="Google Shape;112;p27"/>
          <p:cNvPicPr preferRelativeResize="0"/>
          <p:nvPr/>
        </p:nvPicPr>
        <p:blipFill rotWithShape="1">
          <a:blip r:embed="rId2">
            <a:alphaModFix/>
          </a:blip>
          <a:srcRect/>
          <a:stretch/>
        </p:blipFill>
        <p:spPr>
          <a:xfrm>
            <a:off x="-14515" y="-2878954"/>
            <a:ext cx="9745574" cy="9745574"/>
          </a:xfrm>
          <a:prstGeom prst="rect">
            <a:avLst/>
          </a:prstGeom>
          <a:noFill/>
          <a:ln>
            <a:noFill/>
          </a:ln>
        </p:spPr>
      </p:pic>
      <p:sp>
        <p:nvSpPr>
          <p:cNvPr id="113" name="Google Shape;113;p27"/>
          <p:cNvSpPr txBox="1">
            <a:spLocks noGrp="1"/>
          </p:cNvSpPr>
          <p:nvPr>
            <p:ph type="ctrTitle"/>
          </p:nvPr>
        </p:nvSpPr>
        <p:spPr>
          <a:xfrm>
            <a:off x="1833787" y="1554148"/>
            <a:ext cx="592168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27"/>
          <p:cNvSpPr txBox="1">
            <a:spLocks noGrp="1"/>
          </p:cNvSpPr>
          <p:nvPr>
            <p:ph type="subTitle" idx="1"/>
          </p:nvPr>
        </p:nvSpPr>
        <p:spPr>
          <a:xfrm>
            <a:off x="1833787" y="3521076"/>
            <a:ext cx="5921680" cy="69466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15" name="Google Shape;115;p27"/>
          <p:cNvPicPr preferRelativeResize="0"/>
          <p:nvPr/>
        </p:nvPicPr>
        <p:blipFill rotWithShape="1">
          <a:blip r:embed="rId3">
            <a:alphaModFix/>
          </a:blip>
          <a:srcRect/>
          <a:stretch/>
        </p:blipFill>
        <p:spPr>
          <a:xfrm>
            <a:off x="9566490" y="5871410"/>
            <a:ext cx="2124749" cy="560011"/>
          </a:xfrm>
          <a:prstGeom prst="rect">
            <a:avLst/>
          </a:prstGeom>
          <a:noFill/>
          <a:ln>
            <a:noFill/>
          </a:ln>
        </p:spPr>
      </p:pic>
      <p:pic>
        <p:nvPicPr>
          <p:cNvPr id="116" name="Google Shape;116;p27"/>
          <p:cNvPicPr preferRelativeResize="0"/>
          <p:nvPr/>
        </p:nvPicPr>
        <p:blipFill rotWithShape="1">
          <a:blip r:embed="rId4">
            <a:alphaModFix/>
          </a:blip>
          <a:srcRect/>
          <a:stretch/>
        </p:blipFill>
        <p:spPr>
          <a:xfrm>
            <a:off x="1919978" y="7168467"/>
            <a:ext cx="8268750" cy="6858000"/>
          </a:xfrm>
          <a:prstGeom prst="rect">
            <a:avLst/>
          </a:prstGeom>
          <a:noFill/>
          <a:ln>
            <a:noFill/>
          </a:ln>
        </p:spPr>
      </p:pic>
    </p:spTree>
    <p:extLst>
      <p:ext uri="{BB962C8B-B14F-4D97-AF65-F5344CB8AC3E}">
        <p14:creationId xmlns:p14="http://schemas.microsoft.com/office/powerpoint/2010/main" val="26321870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5_divider">
  <p:cSld name="15_divider">
    <p:bg>
      <p:bgPr>
        <a:solidFill>
          <a:srgbClr val="ADCC6E"/>
        </a:solidFill>
        <a:effectLst/>
      </p:bgPr>
    </p:bg>
    <p:spTree>
      <p:nvGrpSpPr>
        <p:cNvPr id="1" name="Shape 117"/>
        <p:cNvGrpSpPr/>
        <p:nvPr/>
      </p:nvGrpSpPr>
      <p:grpSpPr>
        <a:xfrm>
          <a:off x="0" y="0"/>
          <a:ext cx="0" cy="0"/>
          <a:chOff x="0" y="0"/>
          <a:chExt cx="0" cy="0"/>
        </a:xfrm>
      </p:grpSpPr>
      <p:sp>
        <p:nvSpPr>
          <p:cNvPr id="118" name="Google Shape;118;p28"/>
          <p:cNvSpPr txBox="1">
            <a:spLocks noGrp="1"/>
          </p:cNvSpPr>
          <p:nvPr>
            <p:ph type="ctrTitle"/>
          </p:nvPr>
        </p:nvSpPr>
        <p:spPr>
          <a:xfrm>
            <a:off x="8017438" y="1842906"/>
            <a:ext cx="359841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28"/>
          <p:cNvSpPr txBox="1">
            <a:spLocks noGrp="1"/>
          </p:cNvSpPr>
          <p:nvPr>
            <p:ph type="subTitle" idx="1"/>
          </p:nvPr>
        </p:nvSpPr>
        <p:spPr>
          <a:xfrm>
            <a:off x="8017438" y="3809833"/>
            <a:ext cx="3598410" cy="9306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20" name="Google Shape;120;p28"/>
          <p:cNvSpPr>
            <a:spLocks noGrp="1"/>
          </p:cNvSpPr>
          <p:nvPr>
            <p:ph type="pic" idx="2"/>
          </p:nvPr>
        </p:nvSpPr>
        <p:spPr>
          <a:xfrm>
            <a:off x="874642" y="-695294"/>
            <a:ext cx="6678652" cy="6678652"/>
          </a:xfrm>
          <a:prstGeom prst="flowChartDelay">
            <a:avLst/>
          </a:prstGeom>
          <a:noFill/>
          <a:ln>
            <a:noFill/>
          </a:ln>
        </p:spPr>
      </p:sp>
      <p:sp>
        <p:nvSpPr>
          <p:cNvPr id="121" name="Google Shape;121;p28"/>
          <p:cNvSpPr/>
          <p:nvPr/>
        </p:nvSpPr>
        <p:spPr>
          <a:xfrm>
            <a:off x="0" y="5983356"/>
            <a:ext cx="874643" cy="874643"/>
          </a:xfrm>
          <a:prstGeom prst="rect">
            <a:avLst/>
          </a:prstGeom>
          <a:solidFill>
            <a:srgbClr val="8BAE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Play"/>
              <a:ea typeface="Play"/>
              <a:cs typeface="Play"/>
              <a:sym typeface="Play"/>
            </a:endParaRPr>
          </a:p>
        </p:txBody>
      </p:sp>
      <p:pic>
        <p:nvPicPr>
          <p:cNvPr id="122" name="Google Shape;122;p28"/>
          <p:cNvPicPr preferRelativeResize="0"/>
          <p:nvPr/>
        </p:nvPicPr>
        <p:blipFill rotWithShape="1">
          <a:blip r:embed="rId2">
            <a:alphaModFix/>
          </a:blip>
          <a:srcRect/>
          <a:stretch/>
        </p:blipFill>
        <p:spPr>
          <a:xfrm>
            <a:off x="1352549" y="6253214"/>
            <a:ext cx="1352277" cy="356414"/>
          </a:xfrm>
          <a:prstGeom prst="rect">
            <a:avLst/>
          </a:prstGeom>
          <a:noFill/>
          <a:ln>
            <a:noFill/>
          </a:ln>
        </p:spPr>
      </p:pic>
    </p:spTree>
    <p:extLst>
      <p:ext uri="{BB962C8B-B14F-4D97-AF65-F5344CB8AC3E}">
        <p14:creationId xmlns:p14="http://schemas.microsoft.com/office/powerpoint/2010/main" val="31603968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6_divider">
  <p:cSld name="16_divider">
    <p:bg>
      <p:bgPr>
        <a:solidFill>
          <a:srgbClr val="272727"/>
        </a:solidFill>
        <a:effectLst/>
      </p:bgPr>
    </p:bg>
    <p:spTree>
      <p:nvGrpSpPr>
        <p:cNvPr id="1" name="Shape 123"/>
        <p:cNvGrpSpPr/>
        <p:nvPr/>
      </p:nvGrpSpPr>
      <p:grpSpPr>
        <a:xfrm>
          <a:off x="0" y="0"/>
          <a:ext cx="0" cy="0"/>
          <a:chOff x="0" y="0"/>
          <a:chExt cx="0" cy="0"/>
        </a:xfrm>
      </p:grpSpPr>
      <p:pic>
        <p:nvPicPr>
          <p:cNvPr id="124" name="Google Shape;124;p29"/>
          <p:cNvPicPr preferRelativeResize="0"/>
          <p:nvPr/>
        </p:nvPicPr>
        <p:blipFill rotWithShape="1">
          <a:blip r:embed="rId2">
            <a:alphaModFix/>
          </a:blip>
          <a:srcRect/>
          <a:stretch/>
        </p:blipFill>
        <p:spPr>
          <a:xfrm>
            <a:off x="-1" y="-1"/>
            <a:ext cx="8529463" cy="8529463"/>
          </a:xfrm>
          <a:prstGeom prst="rect">
            <a:avLst/>
          </a:prstGeom>
          <a:noFill/>
          <a:ln>
            <a:noFill/>
          </a:ln>
        </p:spPr>
      </p:pic>
      <p:sp>
        <p:nvSpPr>
          <p:cNvPr id="125" name="Google Shape;125;p29"/>
          <p:cNvSpPr txBox="1">
            <a:spLocks noGrp="1"/>
          </p:cNvSpPr>
          <p:nvPr>
            <p:ph type="ctrTitle"/>
          </p:nvPr>
        </p:nvSpPr>
        <p:spPr>
          <a:xfrm>
            <a:off x="1577063" y="2775963"/>
            <a:ext cx="5353123" cy="187485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9"/>
          <p:cNvSpPr txBox="1">
            <a:spLocks noGrp="1"/>
          </p:cNvSpPr>
          <p:nvPr>
            <p:ph type="subTitle" idx="1"/>
          </p:nvPr>
        </p:nvSpPr>
        <p:spPr>
          <a:xfrm>
            <a:off x="1577063" y="4742890"/>
            <a:ext cx="5353123" cy="13014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27" name="Google Shape;127;p29"/>
          <p:cNvPicPr preferRelativeResize="0"/>
          <p:nvPr/>
        </p:nvPicPr>
        <p:blipFill rotWithShape="1">
          <a:blip r:embed="rId3">
            <a:alphaModFix/>
          </a:blip>
          <a:srcRect/>
          <a:stretch/>
        </p:blipFill>
        <p:spPr>
          <a:xfrm>
            <a:off x="1352549" y="288758"/>
            <a:ext cx="1352277" cy="356414"/>
          </a:xfrm>
          <a:prstGeom prst="rect">
            <a:avLst/>
          </a:prstGeom>
          <a:noFill/>
          <a:ln>
            <a:noFill/>
          </a:ln>
        </p:spPr>
      </p:pic>
    </p:spTree>
    <p:extLst>
      <p:ext uri="{BB962C8B-B14F-4D97-AF65-F5344CB8AC3E}">
        <p14:creationId xmlns:p14="http://schemas.microsoft.com/office/powerpoint/2010/main" val="19017557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7_divider">
  <p:cSld name="17_divider">
    <p:bg>
      <p:bgPr>
        <a:solidFill>
          <a:srgbClr val="AEAEAE"/>
        </a:solidFill>
        <a:effectLst/>
      </p:bgPr>
    </p:bg>
    <p:spTree>
      <p:nvGrpSpPr>
        <p:cNvPr id="1" name="Shape 128"/>
        <p:cNvGrpSpPr/>
        <p:nvPr/>
      </p:nvGrpSpPr>
      <p:grpSpPr>
        <a:xfrm>
          <a:off x="0" y="0"/>
          <a:ext cx="0" cy="0"/>
          <a:chOff x="0" y="0"/>
          <a:chExt cx="0" cy="0"/>
        </a:xfrm>
      </p:grpSpPr>
      <p:pic>
        <p:nvPicPr>
          <p:cNvPr id="129" name="Google Shape;129;p30"/>
          <p:cNvPicPr preferRelativeResize="0"/>
          <p:nvPr/>
        </p:nvPicPr>
        <p:blipFill rotWithShape="1">
          <a:blip r:embed="rId2">
            <a:alphaModFix/>
          </a:blip>
          <a:srcRect/>
          <a:stretch/>
        </p:blipFill>
        <p:spPr>
          <a:xfrm>
            <a:off x="-14516" y="-2887573"/>
            <a:ext cx="9745573" cy="9745573"/>
          </a:xfrm>
          <a:prstGeom prst="rect">
            <a:avLst/>
          </a:prstGeom>
          <a:noFill/>
          <a:ln>
            <a:noFill/>
          </a:ln>
        </p:spPr>
      </p:pic>
      <p:pic>
        <p:nvPicPr>
          <p:cNvPr id="130" name="Google Shape;130;p30"/>
          <p:cNvPicPr preferRelativeResize="0"/>
          <p:nvPr/>
        </p:nvPicPr>
        <p:blipFill rotWithShape="1">
          <a:blip r:embed="rId3">
            <a:alphaModFix/>
          </a:blip>
          <a:srcRect/>
          <a:stretch/>
        </p:blipFill>
        <p:spPr>
          <a:xfrm>
            <a:off x="-14515" y="-2878954"/>
            <a:ext cx="9745574" cy="9745574"/>
          </a:xfrm>
          <a:prstGeom prst="rect">
            <a:avLst/>
          </a:prstGeom>
          <a:noFill/>
          <a:ln>
            <a:noFill/>
          </a:ln>
        </p:spPr>
      </p:pic>
      <p:sp>
        <p:nvSpPr>
          <p:cNvPr id="131" name="Google Shape;131;p30"/>
          <p:cNvSpPr txBox="1">
            <a:spLocks noGrp="1"/>
          </p:cNvSpPr>
          <p:nvPr>
            <p:ph type="ctrTitle"/>
          </p:nvPr>
        </p:nvSpPr>
        <p:spPr>
          <a:xfrm>
            <a:off x="1833787" y="1554148"/>
            <a:ext cx="592168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0000"/>
              </a:buClr>
              <a:buSzPts val="6000"/>
              <a:buFont typeface="Play"/>
              <a:buNone/>
              <a:defRPr sz="60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2" name="Google Shape;132;p30"/>
          <p:cNvSpPr txBox="1">
            <a:spLocks noGrp="1"/>
          </p:cNvSpPr>
          <p:nvPr>
            <p:ph type="subTitle" idx="1"/>
          </p:nvPr>
        </p:nvSpPr>
        <p:spPr>
          <a:xfrm>
            <a:off x="1833787" y="3521076"/>
            <a:ext cx="5921680" cy="69466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33" name="Google Shape;133;p30"/>
          <p:cNvPicPr preferRelativeResize="0"/>
          <p:nvPr/>
        </p:nvPicPr>
        <p:blipFill rotWithShape="1">
          <a:blip r:embed="rId4">
            <a:alphaModFix/>
          </a:blip>
          <a:srcRect/>
          <a:stretch/>
        </p:blipFill>
        <p:spPr>
          <a:xfrm>
            <a:off x="9566490" y="5871410"/>
            <a:ext cx="2124749" cy="560011"/>
          </a:xfrm>
          <a:prstGeom prst="rect">
            <a:avLst/>
          </a:prstGeom>
          <a:noFill/>
          <a:ln>
            <a:noFill/>
          </a:ln>
        </p:spPr>
      </p:pic>
    </p:spTree>
    <p:extLst>
      <p:ext uri="{BB962C8B-B14F-4D97-AF65-F5344CB8AC3E}">
        <p14:creationId xmlns:p14="http://schemas.microsoft.com/office/powerpoint/2010/main" val="9412981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8_divider">
  <p:cSld name="18_divider">
    <p:bg>
      <p:bgPr>
        <a:solidFill>
          <a:srgbClr val="E9E9E9"/>
        </a:solidFill>
        <a:effectLst/>
      </p:bgPr>
    </p:bg>
    <p:spTree>
      <p:nvGrpSpPr>
        <p:cNvPr id="1" name="Shape 134"/>
        <p:cNvGrpSpPr/>
        <p:nvPr/>
      </p:nvGrpSpPr>
      <p:grpSpPr>
        <a:xfrm>
          <a:off x="0" y="0"/>
          <a:ext cx="0" cy="0"/>
          <a:chOff x="0" y="0"/>
          <a:chExt cx="0" cy="0"/>
        </a:xfrm>
      </p:grpSpPr>
      <p:sp>
        <p:nvSpPr>
          <p:cNvPr id="135" name="Google Shape;135;p31"/>
          <p:cNvSpPr txBox="1">
            <a:spLocks noGrp="1"/>
          </p:cNvSpPr>
          <p:nvPr>
            <p:ph type="ctrTitle"/>
          </p:nvPr>
        </p:nvSpPr>
        <p:spPr>
          <a:xfrm>
            <a:off x="8017438" y="1842906"/>
            <a:ext cx="359841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0000"/>
              </a:buClr>
              <a:buSzPts val="4500"/>
              <a:buFont typeface="Play"/>
              <a:buNone/>
              <a:defRPr sz="4500">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31"/>
          <p:cNvSpPr txBox="1">
            <a:spLocks noGrp="1"/>
          </p:cNvSpPr>
          <p:nvPr>
            <p:ph type="subTitle" idx="1"/>
          </p:nvPr>
        </p:nvSpPr>
        <p:spPr>
          <a:xfrm>
            <a:off x="8017438" y="3809833"/>
            <a:ext cx="3598410" cy="9306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0000"/>
              </a:buClr>
              <a:buSzPts val="2400"/>
              <a:buNone/>
              <a:defRPr sz="2400">
                <a:solidFill>
                  <a:srgbClr val="0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37" name="Google Shape;137;p31"/>
          <p:cNvSpPr>
            <a:spLocks noGrp="1"/>
          </p:cNvSpPr>
          <p:nvPr>
            <p:ph type="pic" idx="2"/>
          </p:nvPr>
        </p:nvSpPr>
        <p:spPr>
          <a:xfrm>
            <a:off x="874642" y="-695294"/>
            <a:ext cx="6678652" cy="6678652"/>
          </a:xfrm>
          <a:prstGeom prst="flowChartDelay">
            <a:avLst/>
          </a:prstGeom>
          <a:noFill/>
          <a:ln>
            <a:noFill/>
          </a:ln>
        </p:spPr>
      </p:sp>
      <p:sp>
        <p:nvSpPr>
          <p:cNvPr id="138" name="Google Shape;138;p31"/>
          <p:cNvSpPr/>
          <p:nvPr/>
        </p:nvSpPr>
        <p:spPr>
          <a:xfrm>
            <a:off x="0" y="5983356"/>
            <a:ext cx="874643" cy="874643"/>
          </a:xfrm>
          <a:prstGeom prst="rect">
            <a:avLst/>
          </a:prstGeom>
          <a:solidFill>
            <a:srgbClr val="AEAEA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Play"/>
              <a:ea typeface="Play"/>
              <a:cs typeface="Play"/>
              <a:sym typeface="Play"/>
            </a:endParaRPr>
          </a:p>
        </p:txBody>
      </p:sp>
      <p:pic>
        <p:nvPicPr>
          <p:cNvPr id="139" name="Google Shape;139;p31"/>
          <p:cNvPicPr preferRelativeResize="0"/>
          <p:nvPr/>
        </p:nvPicPr>
        <p:blipFill rotWithShape="1">
          <a:blip r:embed="rId2">
            <a:alphaModFix/>
          </a:blip>
          <a:srcRect/>
          <a:stretch/>
        </p:blipFill>
        <p:spPr>
          <a:xfrm>
            <a:off x="1352747" y="6253214"/>
            <a:ext cx="1352277" cy="356414"/>
          </a:xfrm>
          <a:prstGeom prst="rect">
            <a:avLst/>
          </a:prstGeom>
          <a:noFill/>
          <a:ln>
            <a:noFill/>
          </a:ln>
        </p:spPr>
      </p:pic>
    </p:spTree>
    <p:extLst>
      <p:ext uri="{BB962C8B-B14F-4D97-AF65-F5344CB8AC3E}">
        <p14:creationId xmlns:p14="http://schemas.microsoft.com/office/powerpoint/2010/main" val="40862305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9_divider">
  <p:cSld name="19_divider">
    <p:spTree>
      <p:nvGrpSpPr>
        <p:cNvPr id="1" name="Shape 140"/>
        <p:cNvGrpSpPr/>
        <p:nvPr/>
      </p:nvGrpSpPr>
      <p:grpSpPr>
        <a:xfrm>
          <a:off x="0" y="0"/>
          <a:ext cx="0" cy="0"/>
          <a:chOff x="0" y="0"/>
          <a:chExt cx="0" cy="0"/>
        </a:xfrm>
      </p:grpSpPr>
      <p:sp>
        <p:nvSpPr>
          <p:cNvPr id="141" name="Google Shape;141;p32"/>
          <p:cNvSpPr>
            <a:spLocks noGrp="1"/>
          </p:cNvSpPr>
          <p:nvPr>
            <p:ph type="pic" idx="2"/>
          </p:nvPr>
        </p:nvSpPr>
        <p:spPr>
          <a:xfrm>
            <a:off x="0" y="0"/>
            <a:ext cx="12192000" cy="6858000"/>
          </a:xfrm>
          <a:prstGeom prst="rect">
            <a:avLst/>
          </a:prstGeom>
          <a:noFill/>
          <a:ln>
            <a:noFill/>
          </a:ln>
        </p:spPr>
      </p:sp>
      <p:pic>
        <p:nvPicPr>
          <p:cNvPr id="142" name="Google Shape;142;p32"/>
          <p:cNvPicPr preferRelativeResize="0"/>
          <p:nvPr/>
        </p:nvPicPr>
        <p:blipFill rotWithShape="1">
          <a:blip r:embed="rId2">
            <a:alphaModFix/>
          </a:blip>
          <a:srcRect/>
          <a:stretch/>
        </p:blipFill>
        <p:spPr>
          <a:xfrm>
            <a:off x="0" y="0"/>
            <a:ext cx="7638757" cy="7638757"/>
          </a:xfrm>
          <a:prstGeom prst="rect">
            <a:avLst/>
          </a:prstGeom>
          <a:noFill/>
          <a:ln>
            <a:noFill/>
          </a:ln>
        </p:spPr>
      </p:pic>
      <p:pic>
        <p:nvPicPr>
          <p:cNvPr id="143" name="Google Shape;143;p32"/>
          <p:cNvPicPr preferRelativeResize="0"/>
          <p:nvPr/>
        </p:nvPicPr>
        <p:blipFill rotWithShape="1">
          <a:blip r:embed="rId3">
            <a:alphaModFix/>
          </a:blip>
          <a:srcRect/>
          <a:stretch/>
        </p:blipFill>
        <p:spPr>
          <a:xfrm>
            <a:off x="1379122" y="1392116"/>
            <a:ext cx="1358900" cy="838200"/>
          </a:xfrm>
          <a:prstGeom prst="rect">
            <a:avLst/>
          </a:prstGeom>
          <a:noFill/>
          <a:ln>
            <a:noFill/>
          </a:ln>
        </p:spPr>
      </p:pic>
      <p:sp>
        <p:nvSpPr>
          <p:cNvPr id="144" name="Google Shape;144;p32"/>
          <p:cNvSpPr txBox="1">
            <a:spLocks noGrp="1"/>
          </p:cNvSpPr>
          <p:nvPr>
            <p:ph type="ctrTitle"/>
          </p:nvPr>
        </p:nvSpPr>
        <p:spPr>
          <a:xfrm>
            <a:off x="1264245" y="2920341"/>
            <a:ext cx="4566715"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32"/>
          <p:cNvSpPr txBox="1">
            <a:spLocks noGrp="1"/>
          </p:cNvSpPr>
          <p:nvPr>
            <p:ph type="subTitle" idx="1"/>
          </p:nvPr>
        </p:nvSpPr>
        <p:spPr>
          <a:xfrm>
            <a:off x="1264245" y="4887268"/>
            <a:ext cx="4566715" cy="13014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extLst>
      <p:ext uri="{BB962C8B-B14F-4D97-AF65-F5344CB8AC3E}">
        <p14:creationId xmlns:p14="http://schemas.microsoft.com/office/powerpoint/2010/main" val="5830650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0_divider">
  <p:cSld name="20_divider">
    <p:bg>
      <p:bgPr>
        <a:solidFill>
          <a:srgbClr val="5B69FF"/>
        </a:solidFill>
        <a:effectLst/>
      </p:bgPr>
    </p:bg>
    <p:spTree>
      <p:nvGrpSpPr>
        <p:cNvPr id="1" name="Shape 146"/>
        <p:cNvGrpSpPr/>
        <p:nvPr/>
      </p:nvGrpSpPr>
      <p:grpSpPr>
        <a:xfrm>
          <a:off x="0" y="0"/>
          <a:ext cx="0" cy="0"/>
          <a:chOff x="0" y="0"/>
          <a:chExt cx="0" cy="0"/>
        </a:xfrm>
      </p:grpSpPr>
      <p:pic>
        <p:nvPicPr>
          <p:cNvPr id="147" name="Google Shape;147;p33"/>
          <p:cNvPicPr preferRelativeResize="0"/>
          <p:nvPr/>
        </p:nvPicPr>
        <p:blipFill rotWithShape="1">
          <a:blip r:embed="rId2">
            <a:alphaModFix/>
          </a:blip>
          <a:srcRect/>
          <a:stretch/>
        </p:blipFill>
        <p:spPr>
          <a:xfrm>
            <a:off x="1379122" y="1392116"/>
            <a:ext cx="1358900" cy="838200"/>
          </a:xfrm>
          <a:prstGeom prst="rect">
            <a:avLst/>
          </a:prstGeom>
          <a:noFill/>
          <a:ln>
            <a:noFill/>
          </a:ln>
        </p:spPr>
      </p:pic>
      <p:sp>
        <p:nvSpPr>
          <p:cNvPr id="148" name="Google Shape;148;p33"/>
          <p:cNvSpPr txBox="1">
            <a:spLocks noGrp="1"/>
          </p:cNvSpPr>
          <p:nvPr>
            <p:ph type="ctrTitle"/>
          </p:nvPr>
        </p:nvSpPr>
        <p:spPr>
          <a:xfrm>
            <a:off x="1264245" y="2920341"/>
            <a:ext cx="4566715"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33"/>
          <p:cNvSpPr txBox="1">
            <a:spLocks noGrp="1"/>
          </p:cNvSpPr>
          <p:nvPr>
            <p:ph type="subTitle" idx="1"/>
          </p:nvPr>
        </p:nvSpPr>
        <p:spPr>
          <a:xfrm>
            <a:off x="1264245" y="4887268"/>
            <a:ext cx="4566715" cy="1301497"/>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0" name="Google Shape;150;p33"/>
          <p:cNvSpPr>
            <a:spLocks noGrp="1"/>
          </p:cNvSpPr>
          <p:nvPr>
            <p:ph type="pic" idx="2"/>
          </p:nvPr>
        </p:nvSpPr>
        <p:spPr>
          <a:xfrm>
            <a:off x="1637956" y="669235"/>
            <a:ext cx="5094287" cy="5094287"/>
          </a:xfrm>
          <a:prstGeom prst="flowChartDelay">
            <a:avLst/>
          </a:prstGeom>
          <a:noFill/>
          <a:ln>
            <a:noFill/>
          </a:ln>
        </p:spPr>
      </p:sp>
    </p:spTree>
    <p:extLst>
      <p:ext uri="{BB962C8B-B14F-4D97-AF65-F5344CB8AC3E}">
        <p14:creationId xmlns:p14="http://schemas.microsoft.com/office/powerpoint/2010/main" val="14159087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1_divider">
  <p:cSld name="21_divider">
    <p:spTree>
      <p:nvGrpSpPr>
        <p:cNvPr id="1" name="Shape 151"/>
        <p:cNvGrpSpPr/>
        <p:nvPr/>
      </p:nvGrpSpPr>
      <p:grpSpPr>
        <a:xfrm>
          <a:off x="0" y="0"/>
          <a:ext cx="0" cy="0"/>
          <a:chOff x="0" y="0"/>
          <a:chExt cx="0" cy="0"/>
        </a:xfrm>
      </p:grpSpPr>
      <p:sp>
        <p:nvSpPr>
          <p:cNvPr id="152" name="Google Shape;152;p34"/>
          <p:cNvSpPr>
            <a:spLocks noGrp="1"/>
          </p:cNvSpPr>
          <p:nvPr>
            <p:ph type="pic" idx="2"/>
          </p:nvPr>
        </p:nvSpPr>
        <p:spPr>
          <a:xfrm>
            <a:off x="0" y="0"/>
            <a:ext cx="12192000" cy="6858000"/>
          </a:xfrm>
          <a:prstGeom prst="rect">
            <a:avLst/>
          </a:prstGeom>
          <a:noFill/>
          <a:ln>
            <a:noFill/>
          </a:ln>
        </p:spPr>
      </p:sp>
      <p:pic>
        <p:nvPicPr>
          <p:cNvPr id="153" name="Google Shape;153;p34"/>
          <p:cNvPicPr preferRelativeResize="0"/>
          <p:nvPr/>
        </p:nvPicPr>
        <p:blipFill rotWithShape="1">
          <a:blip r:embed="rId2">
            <a:alphaModFix/>
          </a:blip>
          <a:srcRect/>
          <a:stretch/>
        </p:blipFill>
        <p:spPr>
          <a:xfrm>
            <a:off x="-1" y="-3491246"/>
            <a:ext cx="10358214" cy="10358214"/>
          </a:xfrm>
          <a:prstGeom prst="rect">
            <a:avLst/>
          </a:prstGeom>
          <a:noFill/>
          <a:ln>
            <a:noFill/>
          </a:ln>
        </p:spPr>
      </p:pic>
      <p:sp>
        <p:nvSpPr>
          <p:cNvPr id="154" name="Google Shape;154;p34"/>
          <p:cNvSpPr>
            <a:spLocks noGrp="1"/>
          </p:cNvSpPr>
          <p:nvPr>
            <p:ph type="pic" idx="3"/>
          </p:nvPr>
        </p:nvSpPr>
        <p:spPr>
          <a:xfrm>
            <a:off x="0" y="0"/>
            <a:ext cx="12192000" cy="6858000"/>
          </a:xfrm>
          <a:prstGeom prst="rect">
            <a:avLst/>
          </a:prstGeom>
          <a:noFill/>
          <a:ln>
            <a:noFill/>
          </a:ln>
        </p:spPr>
      </p:sp>
      <p:sp>
        <p:nvSpPr>
          <p:cNvPr id="155" name="Google Shape;155;p34"/>
          <p:cNvSpPr txBox="1">
            <a:spLocks noGrp="1"/>
          </p:cNvSpPr>
          <p:nvPr>
            <p:ph type="ctrTitle"/>
          </p:nvPr>
        </p:nvSpPr>
        <p:spPr>
          <a:xfrm>
            <a:off x="1833787" y="786741"/>
            <a:ext cx="5921680" cy="187485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Pla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34"/>
          <p:cNvSpPr txBox="1">
            <a:spLocks noGrp="1"/>
          </p:cNvSpPr>
          <p:nvPr>
            <p:ph type="subTitle" idx="1"/>
          </p:nvPr>
        </p:nvSpPr>
        <p:spPr>
          <a:xfrm>
            <a:off x="1833787" y="2753669"/>
            <a:ext cx="5921680" cy="69466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57" name="Google Shape;157;p34"/>
          <p:cNvPicPr preferRelativeResize="0"/>
          <p:nvPr/>
        </p:nvPicPr>
        <p:blipFill rotWithShape="1">
          <a:blip r:embed="rId3">
            <a:alphaModFix/>
          </a:blip>
          <a:srcRect/>
          <a:stretch/>
        </p:blipFill>
        <p:spPr>
          <a:xfrm>
            <a:off x="8926848" y="5621866"/>
            <a:ext cx="2523761" cy="665177"/>
          </a:xfrm>
          <a:prstGeom prst="rect">
            <a:avLst/>
          </a:prstGeom>
          <a:noFill/>
          <a:ln>
            <a:noFill/>
          </a:ln>
        </p:spPr>
      </p:pic>
    </p:spTree>
    <p:extLst>
      <p:ext uri="{BB962C8B-B14F-4D97-AF65-F5344CB8AC3E}">
        <p14:creationId xmlns:p14="http://schemas.microsoft.com/office/powerpoint/2010/main" val="21179120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ub Two Content">
  <p:cSld name="Title, Sub Two Content">
    <p:spTree>
      <p:nvGrpSpPr>
        <p:cNvPr id="1" name="Shape 158"/>
        <p:cNvGrpSpPr/>
        <p:nvPr/>
      </p:nvGrpSpPr>
      <p:grpSpPr>
        <a:xfrm>
          <a:off x="0" y="0"/>
          <a:ext cx="0" cy="0"/>
          <a:chOff x="0" y="0"/>
          <a:chExt cx="0" cy="0"/>
        </a:xfrm>
      </p:grpSpPr>
      <p:sp>
        <p:nvSpPr>
          <p:cNvPr id="159" name="Google Shape;159;p35"/>
          <p:cNvSpPr txBox="1">
            <a:spLocks noGrp="1"/>
          </p:cNvSpPr>
          <p:nvPr>
            <p:ph type="title"/>
          </p:nvPr>
        </p:nvSpPr>
        <p:spPr>
          <a:xfrm>
            <a:off x="381000" y="221694"/>
            <a:ext cx="10972800" cy="119982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35"/>
          <p:cNvSpPr txBox="1">
            <a:spLocks noGrp="1"/>
          </p:cNvSpPr>
          <p:nvPr>
            <p:ph type="body" idx="1"/>
          </p:nvPr>
        </p:nvSpPr>
        <p:spPr>
          <a:xfrm>
            <a:off x="381000" y="1495361"/>
            <a:ext cx="10972800" cy="530454"/>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accent1"/>
              </a:buClr>
              <a:buSzPts val="3200"/>
              <a:buNone/>
              <a:defRPr sz="3200" b="0" i="0">
                <a:solidFill>
                  <a:schemeClr val="accent1"/>
                </a:solidFill>
                <a:latin typeface="Arial"/>
                <a:ea typeface="Arial"/>
                <a:cs typeface="Arial"/>
                <a:sym typeface="Arial"/>
              </a:defRPr>
            </a:lvl1pPr>
            <a:lvl2pPr marL="914400" lvl="1" indent="-228600" algn="l">
              <a:lnSpc>
                <a:spcPct val="90000"/>
              </a:lnSpc>
              <a:spcBef>
                <a:spcPts val="500"/>
              </a:spcBef>
              <a:spcAft>
                <a:spcPts val="0"/>
              </a:spcAft>
              <a:buClr>
                <a:schemeClr val="dk1"/>
              </a:buClr>
              <a:buSzPts val="1800"/>
              <a:buNone/>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35"/>
          <p:cNvSpPr txBox="1">
            <a:spLocks noGrp="1"/>
          </p:cNvSpPr>
          <p:nvPr>
            <p:ph type="body" idx="2"/>
          </p:nvPr>
        </p:nvSpPr>
        <p:spPr>
          <a:xfrm>
            <a:off x="380999" y="2105680"/>
            <a:ext cx="5429865" cy="409577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2" name="Google Shape;162;p35"/>
          <p:cNvSpPr txBox="1">
            <a:spLocks noGrp="1"/>
          </p:cNvSpPr>
          <p:nvPr>
            <p:ph type="body" idx="3"/>
          </p:nvPr>
        </p:nvSpPr>
        <p:spPr>
          <a:xfrm>
            <a:off x="5923935" y="2105680"/>
            <a:ext cx="5429865" cy="409577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2530306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Quote white">
  <p:cSld name="Quote white">
    <p:spTree>
      <p:nvGrpSpPr>
        <p:cNvPr id="1" name="Shape 163"/>
        <p:cNvGrpSpPr/>
        <p:nvPr/>
      </p:nvGrpSpPr>
      <p:grpSpPr>
        <a:xfrm>
          <a:off x="0" y="0"/>
          <a:ext cx="0" cy="0"/>
          <a:chOff x="0" y="0"/>
          <a:chExt cx="0" cy="0"/>
        </a:xfrm>
      </p:grpSpPr>
      <p:sp>
        <p:nvSpPr>
          <p:cNvPr id="164" name="Google Shape;164;p36"/>
          <p:cNvSpPr txBox="1">
            <a:spLocks noGrp="1"/>
          </p:cNvSpPr>
          <p:nvPr>
            <p:ph type="title"/>
          </p:nvPr>
        </p:nvSpPr>
        <p:spPr>
          <a:xfrm>
            <a:off x="381000" y="221694"/>
            <a:ext cx="10972800" cy="119982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p36"/>
          <p:cNvSpPr txBox="1">
            <a:spLocks noGrp="1"/>
          </p:cNvSpPr>
          <p:nvPr>
            <p:ph type="body" idx="1"/>
          </p:nvPr>
        </p:nvSpPr>
        <p:spPr>
          <a:xfrm>
            <a:off x="381000" y="1441833"/>
            <a:ext cx="10972800" cy="42418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accent1"/>
              </a:buClr>
              <a:buSzPts val="6000"/>
              <a:buNone/>
              <a:defRPr sz="6000" b="0" i="0">
                <a:solidFill>
                  <a:schemeClr val="accent1"/>
                </a:solidFill>
                <a:latin typeface="Play"/>
                <a:ea typeface="Play"/>
                <a:cs typeface="Play"/>
                <a:sym typeface="Play"/>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6" name="Google Shape;166;p36"/>
          <p:cNvSpPr txBox="1">
            <a:spLocks noGrp="1"/>
          </p:cNvSpPr>
          <p:nvPr>
            <p:ph type="body" idx="2"/>
          </p:nvPr>
        </p:nvSpPr>
        <p:spPr>
          <a:xfrm>
            <a:off x="381000" y="5757203"/>
            <a:ext cx="10972800" cy="50165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2"/>
              </a:buClr>
              <a:buSzPts val="2800"/>
              <a:buNone/>
              <a:defRPr>
                <a:solidFill>
                  <a:schemeClr val="dk2"/>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1117108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tart / Finish">
  <p:cSld name="Start / Finish">
    <p:spTree>
      <p:nvGrpSpPr>
        <p:cNvPr id="1" name="Shape 167"/>
        <p:cNvGrpSpPr/>
        <p:nvPr/>
      </p:nvGrpSpPr>
      <p:grpSpPr>
        <a:xfrm>
          <a:off x="0" y="0"/>
          <a:ext cx="0" cy="0"/>
          <a:chOff x="0" y="0"/>
          <a:chExt cx="0" cy="0"/>
        </a:xfrm>
      </p:grpSpPr>
      <p:sp>
        <p:nvSpPr>
          <p:cNvPr id="168" name="Google Shape;168;p37"/>
          <p:cNvSpPr>
            <a:spLocks noGrp="1"/>
          </p:cNvSpPr>
          <p:nvPr>
            <p:ph type="pic" idx="2"/>
          </p:nvPr>
        </p:nvSpPr>
        <p:spPr>
          <a:xfrm>
            <a:off x="0" y="0"/>
            <a:ext cx="12192000" cy="6858000"/>
          </a:xfrm>
          <a:prstGeom prst="rect">
            <a:avLst/>
          </a:prstGeom>
          <a:noFill/>
          <a:ln>
            <a:noFill/>
          </a:ln>
        </p:spPr>
      </p:sp>
    </p:spTree>
    <p:extLst>
      <p:ext uri="{BB962C8B-B14F-4D97-AF65-F5344CB8AC3E}">
        <p14:creationId xmlns:p14="http://schemas.microsoft.com/office/powerpoint/2010/main" val="4159354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_USFW">
  <p:cSld name="Title_USFW">
    <p:bg>
      <p:bgPr>
        <a:blipFill>
          <a:blip r:embed="rId2">
            <a:alphaModFix/>
          </a:blip>
          <a:stretch>
            <a:fillRect/>
          </a:stretch>
        </a:blipFill>
        <a:effectLst/>
      </p:bgPr>
    </p:bg>
    <p:spTree>
      <p:nvGrpSpPr>
        <p:cNvPr id="1" name="Shape 169"/>
        <p:cNvGrpSpPr/>
        <p:nvPr/>
      </p:nvGrpSpPr>
      <p:grpSpPr>
        <a:xfrm>
          <a:off x="0" y="0"/>
          <a:ext cx="0" cy="0"/>
          <a:chOff x="0" y="0"/>
          <a:chExt cx="0" cy="0"/>
        </a:xfrm>
      </p:grpSpPr>
    </p:spTree>
    <p:extLst>
      <p:ext uri="{BB962C8B-B14F-4D97-AF65-F5344CB8AC3E}">
        <p14:creationId xmlns:p14="http://schemas.microsoft.com/office/powerpoint/2010/main" val="1720071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Breaker">
  <p:cSld name="Section Breaker">
    <p:spTree>
      <p:nvGrpSpPr>
        <p:cNvPr id="1" name="Shape 170"/>
        <p:cNvGrpSpPr/>
        <p:nvPr/>
      </p:nvGrpSpPr>
      <p:grpSpPr>
        <a:xfrm>
          <a:off x="0" y="0"/>
          <a:ext cx="0" cy="0"/>
          <a:chOff x="0" y="0"/>
          <a:chExt cx="0" cy="0"/>
        </a:xfrm>
      </p:grpSpPr>
      <p:pic>
        <p:nvPicPr>
          <p:cNvPr id="171" name="Google Shape;171;p39"/>
          <p:cNvPicPr preferRelativeResize="0"/>
          <p:nvPr/>
        </p:nvPicPr>
        <p:blipFill rotWithShape="1">
          <a:blip r:embed="rId2">
            <a:alphaModFix/>
          </a:blip>
          <a:srcRect/>
          <a:stretch/>
        </p:blipFill>
        <p:spPr>
          <a:xfrm>
            <a:off x="0" y="-3174"/>
            <a:ext cx="12202447" cy="6861174"/>
          </a:xfrm>
          <a:prstGeom prst="rect">
            <a:avLst/>
          </a:prstGeom>
          <a:noFill/>
          <a:ln>
            <a:noFill/>
          </a:ln>
        </p:spPr>
      </p:pic>
      <p:sp>
        <p:nvSpPr>
          <p:cNvPr id="172" name="Google Shape;172;p39"/>
          <p:cNvSpPr txBox="1">
            <a:spLocks noGrp="1"/>
          </p:cNvSpPr>
          <p:nvPr>
            <p:ph type="title"/>
          </p:nvPr>
        </p:nvSpPr>
        <p:spPr>
          <a:xfrm>
            <a:off x="1833785" y="1743334"/>
            <a:ext cx="8781661" cy="187485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6000"/>
              <a:buFont typeface="Play"/>
              <a:buNone/>
              <a:defRPr sz="60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39"/>
          <p:cNvSpPr txBox="1">
            <a:spLocks noGrp="1"/>
          </p:cNvSpPr>
          <p:nvPr>
            <p:ph type="body" idx="1"/>
          </p:nvPr>
        </p:nvSpPr>
        <p:spPr>
          <a:xfrm>
            <a:off x="1833563" y="3710273"/>
            <a:ext cx="5176837" cy="6492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latin typeface="Play"/>
                <a:ea typeface="Play"/>
                <a:cs typeface="Play"/>
                <a:sym typeface="Play"/>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30744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Full page photo">
  <p:cSld name="Full page photo">
    <p:spTree>
      <p:nvGrpSpPr>
        <p:cNvPr id="1" name="Shape 174"/>
        <p:cNvGrpSpPr/>
        <p:nvPr/>
      </p:nvGrpSpPr>
      <p:grpSpPr>
        <a:xfrm>
          <a:off x="0" y="0"/>
          <a:ext cx="0" cy="0"/>
          <a:chOff x="0" y="0"/>
          <a:chExt cx="0" cy="0"/>
        </a:xfrm>
      </p:grpSpPr>
      <p:sp>
        <p:nvSpPr>
          <p:cNvPr id="175" name="Google Shape;175;p40"/>
          <p:cNvSpPr>
            <a:spLocks noGrp="1"/>
          </p:cNvSpPr>
          <p:nvPr>
            <p:ph type="pic" idx="2"/>
          </p:nvPr>
        </p:nvSpPr>
        <p:spPr>
          <a:xfrm>
            <a:off x="0" y="0"/>
            <a:ext cx="11734800" cy="6400799"/>
          </a:xfrm>
          <a:prstGeom prst="rect">
            <a:avLst/>
          </a:prstGeom>
          <a:noFill/>
          <a:ln>
            <a:noFill/>
          </a:ln>
        </p:spPr>
      </p:sp>
    </p:spTree>
    <p:extLst>
      <p:ext uri="{BB962C8B-B14F-4D97-AF65-F5344CB8AC3E}">
        <p14:creationId xmlns:p14="http://schemas.microsoft.com/office/powerpoint/2010/main" val="31092297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Normal Page">
  <p:cSld name="Normal Page">
    <p:spTree>
      <p:nvGrpSpPr>
        <p:cNvPr id="1" name="Shape 176"/>
        <p:cNvGrpSpPr/>
        <p:nvPr/>
      </p:nvGrpSpPr>
      <p:grpSpPr>
        <a:xfrm>
          <a:off x="0" y="0"/>
          <a:ext cx="0" cy="0"/>
          <a:chOff x="0" y="0"/>
          <a:chExt cx="0" cy="0"/>
        </a:xfrm>
      </p:grpSpPr>
      <p:sp>
        <p:nvSpPr>
          <p:cNvPr id="177" name="Google Shape;177;p41"/>
          <p:cNvSpPr txBox="1">
            <a:spLocks noGrp="1"/>
          </p:cNvSpPr>
          <p:nvPr>
            <p:ph type="title"/>
          </p:nvPr>
        </p:nvSpPr>
        <p:spPr>
          <a:xfrm>
            <a:off x="487217" y="55362"/>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Play"/>
              <a:buNone/>
              <a:defRPr sz="36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8" name="Google Shape;178;p41"/>
          <p:cNvSpPr txBox="1">
            <a:spLocks noGrp="1"/>
          </p:cNvSpPr>
          <p:nvPr>
            <p:ph type="body" idx="1"/>
          </p:nvPr>
        </p:nvSpPr>
        <p:spPr>
          <a:xfrm>
            <a:off x="487217" y="1380925"/>
            <a:ext cx="10515600" cy="399891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800"/>
              <a:buFont typeface="Arial"/>
              <a:buNone/>
              <a:defRPr sz="2800">
                <a:solidFill>
                  <a:schemeClr val="dk1"/>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2pPr>
            <a:lvl3pPr marL="1371600" lvl="2"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3pPr>
            <a:lvl4pPr marL="1828800" lvl="3"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4pPr>
            <a:lvl5pPr marL="2286000" lvl="4"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9" name="Google Shape;179;p41"/>
          <p:cNvSpPr/>
          <p:nvPr/>
        </p:nvSpPr>
        <p:spPr>
          <a:xfrm>
            <a:off x="0" y="6400800"/>
            <a:ext cx="11734800" cy="457200"/>
          </a:xfrm>
          <a:prstGeom prst="rect">
            <a:avLst/>
          </a:prstGeom>
          <a:solidFill>
            <a:srgbClr val="F2F2F2"/>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chemeClr val="dk1"/>
              </a:buClr>
              <a:buSzPts val="3200"/>
              <a:buFont typeface="Calibri"/>
              <a:buNone/>
            </a:pPr>
            <a:endParaRPr sz="3200" b="0" i="0" u="none" strike="noStrike" cap="none">
              <a:solidFill>
                <a:srgbClr val="FFFFFF"/>
              </a:solidFill>
              <a:latin typeface="Calibri"/>
              <a:ea typeface="Calibri"/>
              <a:cs typeface="Calibri"/>
              <a:sym typeface="Calibri"/>
            </a:endParaRPr>
          </a:p>
        </p:txBody>
      </p:sp>
      <p:sp>
        <p:nvSpPr>
          <p:cNvPr id="180" name="Google Shape;180;p41"/>
          <p:cNvSpPr/>
          <p:nvPr/>
        </p:nvSpPr>
        <p:spPr>
          <a:xfrm>
            <a:off x="11734800" y="0"/>
            <a:ext cx="457200" cy="6400800"/>
          </a:xfrm>
          <a:prstGeom prst="rect">
            <a:avLst/>
          </a:prstGeom>
          <a:solidFill>
            <a:srgbClr val="F2F2F2"/>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chemeClr val="dk1"/>
              </a:buClr>
              <a:buSzPts val="3200"/>
              <a:buFont typeface="Calibri"/>
              <a:buNone/>
            </a:pPr>
            <a:endParaRPr sz="3200" b="0" i="0" u="none" strike="noStrike" cap="none">
              <a:solidFill>
                <a:srgbClr val="FFFFFF"/>
              </a:solidFill>
              <a:latin typeface="Calibri"/>
              <a:ea typeface="Calibri"/>
              <a:cs typeface="Calibri"/>
              <a:sym typeface="Calibri"/>
            </a:endParaRPr>
          </a:p>
        </p:txBody>
      </p:sp>
      <p:pic>
        <p:nvPicPr>
          <p:cNvPr id="181" name="Google Shape;181;p41"/>
          <p:cNvPicPr preferRelativeResize="0"/>
          <p:nvPr/>
        </p:nvPicPr>
        <p:blipFill rotWithShape="1">
          <a:blip r:embed="rId2">
            <a:alphaModFix/>
          </a:blip>
          <a:srcRect/>
          <a:stretch/>
        </p:blipFill>
        <p:spPr>
          <a:xfrm>
            <a:off x="10579394" y="6487319"/>
            <a:ext cx="1080977" cy="290623"/>
          </a:xfrm>
          <a:prstGeom prst="rect">
            <a:avLst/>
          </a:prstGeom>
          <a:noFill/>
          <a:ln>
            <a:noFill/>
          </a:ln>
        </p:spPr>
      </p:pic>
      <p:sp>
        <p:nvSpPr>
          <p:cNvPr id="182" name="Google Shape;182;p41"/>
          <p:cNvSpPr/>
          <p:nvPr/>
        </p:nvSpPr>
        <p:spPr>
          <a:xfrm>
            <a:off x="11734801" y="6393067"/>
            <a:ext cx="457199" cy="46493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Play"/>
              <a:buNone/>
            </a:pPr>
            <a:endParaRPr sz="1800" b="0" i="0" u="none" strike="noStrike" cap="none">
              <a:solidFill>
                <a:schemeClr val="lt1"/>
              </a:solidFill>
              <a:latin typeface="Calibri"/>
              <a:ea typeface="Calibri"/>
              <a:cs typeface="Calibri"/>
              <a:sym typeface="Calibri"/>
            </a:endParaRPr>
          </a:p>
        </p:txBody>
      </p:sp>
      <p:sp>
        <p:nvSpPr>
          <p:cNvPr id="183" name="Google Shape;183;p41"/>
          <p:cNvSpPr txBox="1">
            <a:spLocks noGrp="1"/>
          </p:cNvSpPr>
          <p:nvPr>
            <p:ph type="sldNum" idx="12"/>
          </p:nvPr>
        </p:nvSpPr>
        <p:spPr>
          <a:xfrm>
            <a:off x="11725564" y="6495398"/>
            <a:ext cx="457200" cy="360363"/>
          </a:xfrm>
          <a:prstGeom prst="rect">
            <a:avLst/>
          </a:prstGeom>
          <a:noFill/>
          <a:ln>
            <a:noFill/>
          </a:ln>
        </p:spPr>
        <p:txBody>
          <a:bodyPr spcFirstLastPara="1" wrap="square" lIns="91425" tIns="45700" rIns="91425" bIns="45700" anchor="t" anchorCtr="0">
            <a:noAutofit/>
          </a:bodyPr>
          <a:lstStyle>
            <a:lvl1pPr marL="0" marR="0" lvl="0" indent="0" algn="ctr" rtl="0">
              <a:spcBef>
                <a:spcPts val="0"/>
              </a:spcBef>
              <a:spcAft>
                <a:spcPts val="0"/>
              </a:spcAft>
              <a:buClr>
                <a:schemeClr val="dk1"/>
              </a:buClr>
              <a:buSzPts val="1000"/>
              <a:buFont typeface="Play"/>
              <a:buNone/>
              <a:defRPr sz="1000" b="0" i="0" u="none" strike="noStrike" cap="none">
                <a:solidFill>
                  <a:schemeClr val="dk1"/>
                </a:solidFill>
                <a:latin typeface="Play"/>
                <a:ea typeface="Play"/>
                <a:cs typeface="Play"/>
                <a:sym typeface="Play"/>
              </a:defRPr>
            </a:lvl1pPr>
            <a:lvl2pPr marL="0" marR="0" lvl="1" indent="0" algn="ctr" rtl="0">
              <a:spcBef>
                <a:spcPts val="0"/>
              </a:spcBef>
              <a:spcAft>
                <a:spcPts val="0"/>
              </a:spcAft>
              <a:buClr>
                <a:schemeClr val="dk1"/>
              </a:buClr>
              <a:buSzPts val="1000"/>
              <a:buFont typeface="Play"/>
              <a:buNone/>
              <a:defRPr sz="1000" b="0" i="0" u="none" strike="noStrike" cap="none">
                <a:solidFill>
                  <a:schemeClr val="dk1"/>
                </a:solidFill>
                <a:latin typeface="Play"/>
                <a:ea typeface="Play"/>
                <a:cs typeface="Play"/>
                <a:sym typeface="Play"/>
              </a:defRPr>
            </a:lvl2pPr>
            <a:lvl3pPr marL="0" marR="0" lvl="2" indent="0" algn="ctr" rtl="0">
              <a:spcBef>
                <a:spcPts val="0"/>
              </a:spcBef>
              <a:spcAft>
                <a:spcPts val="0"/>
              </a:spcAft>
              <a:buClr>
                <a:schemeClr val="dk1"/>
              </a:buClr>
              <a:buSzPts val="1000"/>
              <a:buFont typeface="Play"/>
              <a:buNone/>
              <a:defRPr sz="1000" b="0" i="0" u="none" strike="noStrike" cap="none">
                <a:solidFill>
                  <a:schemeClr val="dk1"/>
                </a:solidFill>
                <a:latin typeface="Play"/>
                <a:ea typeface="Play"/>
                <a:cs typeface="Play"/>
                <a:sym typeface="Play"/>
              </a:defRPr>
            </a:lvl3pPr>
            <a:lvl4pPr marL="0" marR="0" lvl="3" indent="0" algn="ctr" rtl="0">
              <a:spcBef>
                <a:spcPts val="0"/>
              </a:spcBef>
              <a:spcAft>
                <a:spcPts val="0"/>
              </a:spcAft>
              <a:buClr>
                <a:schemeClr val="dk1"/>
              </a:buClr>
              <a:buSzPts val="1000"/>
              <a:buFont typeface="Play"/>
              <a:buNone/>
              <a:defRPr sz="1000" b="0" i="0" u="none" strike="noStrike" cap="none">
                <a:solidFill>
                  <a:schemeClr val="dk1"/>
                </a:solidFill>
                <a:latin typeface="Play"/>
                <a:ea typeface="Play"/>
                <a:cs typeface="Play"/>
                <a:sym typeface="Play"/>
              </a:defRPr>
            </a:lvl4pPr>
            <a:lvl5pPr marL="0" marR="0" lvl="4" indent="0" algn="ctr" rtl="0">
              <a:spcBef>
                <a:spcPts val="0"/>
              </a:spcBef>
              <a:spcAft>
                <a:spcPts val="0"/>
              </a:spcAft>
              <a:buClr>
                <a:schemeClr val="dk1"/>
              </a:buClr>
              <a:buSzPts val="1000"/>
              <a:buFont typeface="Play"/>
              <a:buNone/>
              <a:defRPr sz="1000" b="0" i="0" u="none" strike="noStrike" cap="none">
                <a:solidFill>
                  <a:schemeClr val="dk1"/>
                </a:solidFill>
                <a:latin typeface="Play"/>
                <a:ea typeface="Play"/>
                <a:cs typeface="Play"/>
                <a:sym typeface="Play"/>
              </a:defRPr>
            </a:lvl5pPr>
            <a:lvl6pPr marL="0" marR="0" lvl="5" indent="0" algn="ctr" rtl="0">
              <a:spcBef>
                <a:spcPts val="0"/>
              </a:spcBef>
              <a:spcAft>
                <a:spcPts val="0"/>
              </a:spcAft>
              <a:buClr>
                <a:schemeClr val="dk1"/>
              </a:buClr>
              <a:buSzPts val="1000"/>
              <a:buFont typeface="Play"/>
              <a:buNone/>
              <a:defRPr sz="1000" b="0" i="0" u="none" strike="noStrike" cap="none">
                <a:solidFill>
                  <a:schemeClr val="dk1"/>
                </a:solidFill>
                <a:latin typeface="Play"/>
                <a:ea typeface="Play"/>
                <a:cs typeface="Play"/>
                <a:sym typeface="Play"/>
              </a:defRPr>
            </a:lvl6pPr>
            <a:lvl7pPr marL="0" marR="0" lvl="6" indent="0" algn="ctr" rtl="0">
              <a:spcBef>
                <a:spcPts val="0"/>
              </a:spcBef>
              <a:spcAft>
                <a:spcPts val="0"/>
              </a:spcAft>
              <a:buClr>
                <a:schemeClr val="dk1"/>
              </a:buClr>
              <a:buSzPts val="1000"/>
              <a:buFont typeface="Play"/>
              <a:buNone/>
              <a:defRPr sz="1000" b="0" i="0" u="none" strike="noStrike" cap="none">
                <a:solidFill>
                  <a:schemeClr val="dk1"/>
                </a:solidFill>
                <a:latin typeface="Play"/>
                <a:ea typeface="Play"/>
                <a:cs typeface="Play"/>
                <a:sym typeface="Play"/>
              </a:defRPr>
            </a:lvl7pPr>
            <a:lvl8pPr marL="0" marR="0" lvl="7" indent="0" algn="ctr" rtl="0">
              <a:spcBef>
                <a:spcPts val="0"/>
              </a:spcBef>
              <a:spcAft>
                <a:spcPts val="0"/>
              </a:spcAft>
              <a:buClr>
                <a:schemeClr val="dk1"/>
              </a:buClr>
              <a:buSzPts val="1000"/>
              <a:buFont typeface="Play"/>
              <a:buNone/>
              <a:defRPr sz="1000" b="0" i="0" u="none" strike="noStrike" cap="none">
                <a:solidFill>
                  <a:schemeClr val="dk1"/>
                </a:solidFill>
                <a:latin typeface="Play"/>
                <a:ea typeface="Play"/>
                <a:cs typeface="Play"/>
                <a:sym typeface="Play"/>
              </a:defRPr>
            </a:lvl8pPr>
            <a:lvl9pPr marL="0" marR="0" lvl="8" indent="0" algn="ctr" rtl="0">
              <a:spcBef>
                <a:spcPts val="0"/>
              </a:spcBef>
              <a:spcAft>
                <a:spcPts val="0"/>
              </a:spcAft>
              <a:buClr>
                <a:schemeClr val="dk1"/>
              </a:buClr>
              <a:buSzPts val="1000"/>
              <a:buFont typeface="Play"/>
              <a:buNone/>
              <a:defRPr sz="1000" b="0" i="0" u="none" strike="noStrike" cap="none">
                <a:solidFill>
                  <a:schemeClr val="dk1"/>
                </a:solidFill>
                <a:latin typeface="Play"/>
                <a:ea typeface="Play"/>
                <a:cs typeface="Play"/>
                <a:sym typeface="Play"/>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21478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Intel Capital Hero Title">
  <p:cSld name="Intel Capital Hero Title">
    <p:bg>
      <p:bgPr>
        <a:gradFill>
          <a:gsLst>
            <a:gs pos="0">
              <a:srgbClr val="00285A"/>
            </a:gs>
            <a:gs pos="100000">
              <a:srgbClr val="1E2EB8"/>
            </a:gs>
          </a:gsLst>
          <a:lin ang="5400000" scaled="0"/>
        </a:gradFill>
        <a:effectLst/>
      </p:bgPr>
    </p:bg>
    <p:spTree>
      <p:nvGrpSpPr>
        <p:cNvPr id="1" name="Shape 184"/>
        <p:cNvGrpSpPr/>
        <p:nvPr/>
      </p:nvGrpSpPr>
      <p:grpSpPr>
        <a:xfrm>
          <a:off x="0" y="0"/>
          <a:ext cx="0" cy="0"/>
          <a:chOff x="0" y="0"/>
          <a:chExt cx="0" cy="0"/>
        </a:xfrm>
      </p:grpSpPr>
      <p:sp>
        <p:nvSpPr>
          <p:cNvPr id="185" name="Google Shape;185;p42"/>
          <p:cNvSpPr txBox="1">
            <a:spLocks noGrp="1"/>
          </p:cNvSpPr>
          <p:nvPr>
            <p:ph type="body" idx="1"/>
          </p:nvPr>
        </p:nvSpPr>
        <p:spPr>
          <a:xfrm>
            <a:off x="1816378" y="5829280"/>
            <a:ext cx="2317578" cy="31849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FFFFFF"/>
              </a:buClr>
              <a:buSzPts val="3200"/>
              <a:buFont typeface="Play"/>
              <a:buNone/>
              <a:defRPr sz="1600">
                <a:solidFill>
                  <a:srgbClr val="FFFFFF"/>
                </a:solidFill>
              </a:defRPr>
            </a:lvl1pPr>
            <a:lvl2pPr marL="914400" lvl="1" indent="-371475" algn="l">
              <a:lnSpc>
                <a:spcPct val="100000"/>
              </a:lnSpc>
              <a:spcBef>
                <a:spcPts val="2950"/>
              </a:spcBef>
              <a:spcAft>
                <a:spcPts val="0"/>
              </a:spcAft>
              <a:buClr>
                <a:srgbClr val="000000"/>
              </a:buClr>
              <a:buSzPts val="2250"/>
              <a:buChar char="•"/>
              <a:defRPr/>
            </a:lvl2pPr>
            <a:lvl3pPr marL="1371600" lvl="2" indent="-371475" algn="l">
              <a:lnSpc>
                <a:spcPct val="100000"/>
              </a:lnSpc>
              <a:spcBef>
                <a:spcPts val="2950"/>
              </a:spcBef>
              <a:spcAft>
                <a:spcPts val="0"/>
              </a:spcAft>
              <a:buClr>
                <a:srgbClr val="000000"/>
              </a:buClr>
              <a:buSzPts val="2250"/>
              <a:buChar char="•"/>
              <a:defRPr/>
            </a:lvl3pPr>
            <a:lvl4pPr marL="1828800" lvl="3" indent="-371475" algn="l">
              <a:lnSpc>
                <a:spcPct val="100000"/>
              </a:lnSpc>
              <a:spcBef>
                <a:spcPts val="2950"/>
              </a:spcBef>
              <a:spcAft>
                <a:spcPts val="0"/>
              </a:spcAft>
              <a:buClr>
                <a:srgbClr val="000000"/>
              </a:buClr>
              <a:buSzPts val="2250"/>
              <a:buChar char="•"/>
              <a:defRPr/>
            </a:lvl4pPr>
            <a:lvl5pPr marL="2286000" lvl="4" indent="-371475" algn="l">
              <a:lnSpc>
                <a:spcPct val="100000"/>
              </a:lnSpc>
              <a:spcBef>
                <a:spcPts val="2950"/>
              </a:spcBef>
              <a:spcAft>
                <a:spcPts val="0"/>
              </a:spcAft>
              <a:buClr>
                <a:srgbClr val="000000"/>
              </a:buClr>
              <a:buSzPts val="2250"/>
              <a:buChar char="•"/>
              <a:defRPr/>
            </a:lvl5pPr>
            <a:lvl6pPr marL="2743200" lvl="5" indent="-371475" algn="l">
              <a:lnSpc>
                <a:spcPct val="100000"/>
              </a:lnSpc>
              <a:spcBef>
                <a:spcPts val="2950"/>
              </a:spcBef>
              <a:spcAft>
                <a:spcPts val="0"/>
              </a:spcAft>
              <a:buClr>
                <a:srgbClr val="000000"/>
              </a:buClr>
              <a:buSzPts val="2250"/>
              <a:buChar char="•"/>
              <a:defRPr/>
            </a:lvl6pPr>
            <a:lvl7pPr marL="3200400" lvl="6" indent="-371475" algn="l">
              <a:lnSpc>
                <a:spcPct val="100000"/>
              </a:lnSpc>
              <a:spcBef>
                <a:spcPts val="2950"/>
              </a:spcBef>
              <a:spcAft>
                <a:spcPts val="0"/>
              </a:spcAft>
              <a:buClr>
                <a:srgbClr val="000000"/>
              </a:buClr>
              <a:buSzPts val="2250"/>
              <a:buChar char="•"/>
              <a:defRPr/>
            </a:lvl7pPr>
            <a:lvl8pPr marL="3657600" lvl="7" indent="-371475" algn="l">
              <a:lnSpc>
                <a:spcPct val="100000"/>
              </a:lnSpc>
              <a:spcBef>
                <a:spcPts val="2950"/>
              </a:spcBef>
              <a:spcAft>
                <a:spcPts val="0"/>
              </a:spcAft>
              <a:buClr>
                <a:srgbClr val="000000"/>
              </a:buClr>
              <a:buSzPts val="2250"/>
              <a:buChar char="•"/>
              <a:defRPr/>
            </a:lvl8pPr>
            <a:lvl9pPr marL="4114800" lvl="8" indent="-371475" algn="l">
              <a:lnSpc>
                <a:spcPct val="100000"/>
              </a:lnSpc>
              <a:spcBef>
                <a:spcPts val="2950"/>
              </a:spcBef>
              <a:spcAft>
                <a:spcPts val="0"/>
              </a:spcAft>
              <a:buClr>
                <a:srgbClr val="000000"/>
              </a:buClr>
              <a:buSzPts val="2250"/>
              <a:buChar char="•"/>
              <a:defRPr/>
            </a:lvl9pPr>
          </a:lstStyle>
          <a:p>
            <a:endParaRPr/>
          </a:p>
        </p:txBody>
      </p:sp>
      <p:sp>
        <p:nvSpPr>
          <p:cNvPr id="186" name="Google Shape;186;p42"/>
          <p:cNvSpPr txBox="1">
            <a:spLocks noGrp="1"/>
          </p:cNvSpPr>
          <p:nvPr>
            <p:ph type="body" idx="2"/>
          </p:nvPr>
        </p:nvSpPr>
        <p:spPr>
          <a:xfrm>
            <a:off x="1773086" y="3897256"/>
            <a:ext cx="7428033" cy="1086049"/>
          </a:xfrm>
          <a:prstGeom prst="rect">
            <a:avLst/>
          </a:prstGeom>
          <a:noFill/>
          <a:ln>
            <a:noFill/>
          </a:ln>
        </p:spPr>
        <p:txBody>
          <a:bodyPr spcFirstLastPara="1" wrap="square" lIns="50800" tIns="50800" rIns="50800" bIns="50800" anchor="t" anchorCtr="0">
            <a:noAutofit/>
          </a:bodyPr>
          <a:lstStyle>
            <a:lvl1pPr marL="457200" lvl="0" indent="-228600" algn="l">
              <a:lnSpc>
                <a:spcPct val="70000"/>
              </a:lnSpc>
              <a:spcBef>
                <a:spcPts val="0"/>
              </a:spcBef>
              <a:spcAft>
                <a:spcPts val="0"/>
              </a:spcAft>
              <a:buClr>
                <a:srgbClr val="FFFFFF"/>
              </a:buClr>
              <a:buSzPts val="12600"/>
              <a:buFont typeface="Play"/>
              <a:buNone/>
              <a:defRPr sz="6300">
                <a:solidFill>
                  <a:srgbClr val="FFFFFF"/>
                </a:solidFill>
                <a:latin typeface="Play"/>
                <a:ea typeface="Play"/>
                <a:cs typeface="Play"/>
                <a:sym typeface="Play"/>
              </a:defRPr>
            </a:lvl1pPr>
            <a:lvl2pPr marL="914400" lvl="1" indent="-371475" algn="l">
              <a:lnSpc>
                <a:spcPct val="100000"/>
              </a:lnSpc>
              <a:spcBef>
                <a:spcPts val="2950"/>
              </a:spcBef>
              <a:spcAft>
                <a:spcPts val="0"/>
              </a:spcAft>
              <a:buClr>
                <a:srgbClr val="000000"/>
              </a:buClr>
              <a:buSzPts val="2250"/>
              <a:buChar char="•"/>
              <a:defRPr/>
            </a:lvl2pPr>
            <a:lvl3pPr marL="1371600" lvl="2" indent="-371475" algn="l">
              <a:lnSpc>
                <a:spcPct val="100000"/>
              </a:lnSpc>
              <a:spcBef>
                <a:spcPts val="2950"/>
              </a:spcBef>
              <a:spcAft>
                <a:spcPts val="0"/>
              </a:spcAft>
              <a:buClr>
                <a:srgbClr val="000000"/>
              </a:buClr>
              <a:buSzPts val="2250"/>
              <a:buChar char="•"/>
              <a:defRPr/>
            </a:lvl3pPr>
            <a:lvl4pPr marL="1828800" lvl="3" indent="-371475" algn="l">
              <a:lnSpc>
                <a:spcPct val="100000"/>
              </a:lnSpc>
              <a:spcBef>
                <a:spcPts val="2950"/>
              </a:spcBef>
              <a:spcAft>
                <a:spcPts val="0"/>
              </a:spcAft>
              <a:buClr>
                <a:srgbClr val="000000"/>
              </a:buClr>
              <a:buSzPts val="2250"/>
              <a:buChar char="•"/>
              <a:defRPr/>
            </a:lvl4pPr>
            <a:lvl5pPr marL="2286000" lvl="4" indent="-371475" algn="l">
              <a:lnSpc>
                <a:spcPct val="100000"/>
              </a:lnSpc>
              <a:spcBef>
                <a:spcPts val="2950"/>
              </a:spcBef>
              <a:spcAft>
                <a:spcPts val="0"/>
              </a:spcAft>
              <a:buClr>
                <a:srgbClr val="000000"/>
              </a:buClr>
              <a:buSzPts val="2250"/>
              <a:buChar char="•"/>
              <a:defRPr/>
            </a:lvl5pPr>
            <a:lvl6pPr marL="2743200" lvl="5" indent="-371475" algn="l">
              <a:lnSpc>
                <a:spcPct val="100000"/>
              </a:lnSpc>
              <a:spcBef>
                <a:spcPts val="2950"/>
              </a:spcBef>
              <a:spcAft>
                <a:spcPts val="0"/>
              </a:spcAft>
              <a:buClr>
                <a:srgbClr val="000000"/>
              </a:buClr>
              <a:buSzPts val="2250"/>
              <a:buChar char="•"/>
              <a:defRPr/>
            </a:lvl6pPr>
            <a:lvl7pPr marL="3200400" lvl="6" indent="-371475" algn="l">
              <a:lnSpc>
                <a:spcPct val="100000"/>
              </a:lnSpc>
              <a:spcBef>
                <a:spcPts val="2950"/>
              </a:spcBef>
              <a:spcAft>
                <a:spcPts val="0"/>
              </a:spcAft>
              <a:buClr>
                <a:srgbClr val="000000"/>
              </a:buClr>
              <a:buSzPts val="2250"/>
              <a:buChar char="•"/>
              <a:defRPr/>
            </a:lvl7pPr>
            <a:lvl8pPr marL="3657600" lvl="7" indent="-371475" algn="l">
              <a:lnSpc>
                <a:spcPct val="100000"/>
              </a:lnSpc>
              <a:spcBef>
                <a:spcPts val="2950"/>
              </a:spcBef>
              <a:spcAft>
                <a:spcPts val="0"/>
              </a:spcAft>
              <a:buClr>
                <a:srgbClr val="000000"/>
              </a:buClr>
              <a:buSzPts val="2250"/>
              <a:buChar char="•"/>
              <a:defRPr/>
            </a:lvl8pPr>
            <a:lvl9pPr marL="4114800" lvl="8" indent="-371475" algn="l">
              <a:lnSpc>
                <a:spcPct val="100000"/>
              </a:lnSpc>
              <a:spcBef>
                <a:spcPts val="2950"/>
              </a:spcBef>
              <a:spcAft>
                <a:spcPts val="0"/>
              </a:spcAft>
              <a:buClr>
                <a:srgbClr val="000000"/>
              </a:buClr>
              <a:buSzPts val="2250"/>
              <a:buChar char="•"/>
              <a:defRPr/>
            </a:lvl9pPr>
          </a:lstStyle>
          <a:p>
            <a:endParaRPr/>
          </a:p>
        </p:txBody>
      </p:sp>
      <p:grpSp>
        <p:nvGrpSpPr>
          <p:cNvPr id="187" name="Google Shape;187;p42"/>
          <p:cNvGrpSpPr/>
          <p:nvPr/>
        </p:nvGrpSpPr>
        <p:grpSpPr>
          <a:xfrm>
            <a:off x="-6341" y="22"/>
            <a:ext cx="8660702" cy="8660502"/>
            <a:chOff x="0" y="0"/>
            <a:chExt cx="17321403" cy="17321001"/>
          </a:xfrm>
        </p:grpSpPr>
        <p:pic>
          <p:nvPicPr>
            <p:cNvPr id="188" name="Google Shape;188;p42" descr="Image"/>
            <p:cNvPicPr preferRelativeResize="0"/>
            <p:nvPr/>
          </p:nvPicPr>
          <p:blipFill rotWithShape="1">
            <a:blip r:embed="rId2">
              <a:alphaModFix/>
            </a:blip>
            <a:srcRect/>
            <a:stretch/>
          </p:blipFill>
          <p:spPr>
            <a:xfrm>
              <a:off x="1911239" y="1910837"/>
              <a:ext cx="15410164" cy="15410164"/>
            </a:xfrm>
            <a:prstGeom prst="rect">
              <a:avLst/>
            </a:prstGeom>
            <a:noFill/>
            <a:ln>
              <a:noFill/>
            </a:ln>
          </p:spPr>
        </p:pic>
        <p:pic>
          <p:nvPicPr>
            <p:cNvPr id="189" name="Google Shape;189;p42" descr="Image"/>
            <p:cNvPicPr preferRelativeResize="0"/>
            <p:nvPr/>
          </p:nvPicPr>
          <p:blipFill rotWithShape="1">
            <a:blip r:embed="rId3">
              <a:alphaModFix/>
            </a:blip>
            <a:srcRect/>
            <a:stretch/>
          </p:blipFill>
          <p:spPr>
            <a:xfrm>
              <a:off x="0" y="0"/>
              <a:ext cx="1924665" cy="1924666"/>
            </a:xfrm>
            <a:prstGeom prst="rect">
              <a:avLst/>
            </a:prstGeom>
            <a:noFill/>
            <a:ln>
              <a:noFill/>
            </a:ln>
          </p:spPr>
        </p:pic>
      </p:grpSp>
      <p:pic>
        <p:nvPicPr>
          <p:cNvPr id="190" name="Google Shape;190;p42" descr="Image"/>
          <p:cNvPicPr preferRelativeResize="0"/>
          <p:nvPr/>
        </p:nvPicPr>
        <p:blipFill rotWithShape="1">
          <a:blip r:embed="rId4">
            <a:alphaModFix/>
          </a:blip>
          <a:srcRect/>
          <a:stretch/>
        </p:blipFill>
        <p:spPr>
          <a:xfrm>
            <a:off x="1854095" y="1800055"/>
            <a:ext cx="2032523" cy="1251227"/>
          </a:xfrm>
          <a:prstGeom prst="rect">
            <a:avLst/>
          </a:prstGeom>
          <a:noFill/>
          <a:ln>
            <a:noFill/>
          </a:ln>
        </p:spPr>
      </p:pic>
      <p:sp>
        <p:nvSpPr>
          <p:cNvPr id="191" name="Google Shape;191;p42"/>
          <p:cNvSpPr txBox="1">
            <a:spLocks noGrp="1"/>
          </p:cNvSpPr>
          <p:nvPr>
            <p:ph type="sldNum" idx="12"/>
          </p:nvPr>
        </p:nvSpPr>
        <p:spPr>
          <a:xfrm>
            <a:off x="11771853" y="6329308"/>
            <a:ext cx="281493" cy="600134"/>
          </a:xfrm>
          <a:prstGeom prst="rect">
            <a:avLst/>
          </a:prstGeom>
          <a:noFill/>
          <a:ln>
            <a:noFill/>
          </a:ln>
        </p:spPr>
        <p:txBody>
          <a:bodyPr spcFirstLastPara="1" wrap="square" lIns="91425" tIns="91425" rIns="91425" bIns="91425" anchor="ctr" anchorCtr="0">
            <a:spAutoFit/>
          </a:bodyPr>
          <a:lstStyle>
            <a:lvl1pPr marL="0" marR="0" lvl="0" indent="0" algn="r" rtl="0">
              <a:lnSpc>
                <a:spcPct val="100000"/>
              </a:lnSpc>
              <a:spcBef>
                <a:spcPts val="0"/>
              </a:spcBef>
              <a:spcAft>
                <a:spcPts val="0"/>
              </a:spcAft>
              <a:buClr>
                <a:srgbClr val="FFFFFF"/>
              </a:buClr>
              <a:buSzPts val="1800"/>
              <a:buFont typeface="Play"/>
              <a:buNone/>
              <a:defRPr sz="900" b="0" i="0" u="none" strike="noStrike" cap="none">
                <a:solidFill>
                  <a:srgbClr val="FFFFFF"/>
                </a:solidFill>
                <a:latin typeface="Play"/>
                <a:ea typeface="Play"/>
                <a:cs typeface="Play"/>
                <a:sym typeface="Play"/>
              </a:defRPr>
            </a:lvl1pPr>
            <a:lvl2pPr marL="0" marR="0" lvl="1" indent="0" algn="r" rtl="0">
              <a:lnSpc>
                <a:spcPct val="100000"/>
              </a:lnSpc>
              <a:spcBef>
                <a:spcPts val="0"/>
              </a:spcBef>
              <a:spcAft>
                <a:spcPts val="0"/>
              </a:spcAft>
              <a:buClr>
                <a:srgbClr val="FFFFFF"/>
              </a:buClr>
              <a:buSzPts val="1800"/>
              <a:buFont typeface="Play"/>
              <a:buNone/>
              <a:defRPr sz="900" b="0" i="0" u="none" strike="noStrike" cap="none">
                <a:solidFill>
                  <a:srgbClr val="FFFFFF"/>
                </a:solidFill>
                <a:latin typeface="Play"/>
                <a:ea typeface="Play"/>
                <a:cs typeface="Play"/>
                <a:sym typeface="Play"/>
              </a:defRPr>
            </a:lvl2pPr>
            <a:lvl3pPr marL="0" marR="0" lvl="2" indent="0" algn="r" rtl="0">
              <a:lnSpc>
                <a:spcPct val="100000"/>
              </a:lnSpc>
              <a:spcBef>
                <a:spcPts val="0"/>
              </a:spcBef>
              <a:spcAft>
                <a:spcPts val="0"/>
              </a:spcAft>
              <a:buClr>
                <a:srgbClr val="FFFFFF"/>
              </a:buClr>
              <a:buSzPts val="1800"/>
              <a:buFont typeface="Play"/>
              <a:buNone/>
              <a:defRPr sz="900" b="0" i="0" u="none" strike="noStrike" cap="none">
                <a:solidFill>
                  <a:srgbClr val="FFFFFF"/>
                </a:solidFill>
                <a:latin typeface="Play"/>
                <a:ea typeface="Play"/>
                <a:cs typeface="Play"/>
                <a:sym typeface="Play"/>
              </a:defRPr>
            </a:lvl3pPr>
            <a:lvl4pPr marL="0" marR="0" lvl="3" indent="0" algn="r" rtl="0">
              <a:lnSpc>
                <a:spcPct val="100000"/>
              </a:lnSpc>
              <a:spcBef>
                <a:spcPts val="0"/>
              </a:spcBef>
              <a:spcAft>
                <a:spcPts val="0"/>
              </a:spcAft>
              <a:buClr>
                <a:srgbClr val="FFFFFF"/>
              </a:buClr>
              <a:buSzPts val="1800"/>
              <a:buFont typeface="Play"/>
              <a:buNone/>
              <a:defRPr sz="900" b="0" i="0" u="none" strike="noStrike" cap="none">
                <a:solidFill>
                  <a:srgbClr val="FFFFFF"/>
                </a:solidFill>
                <a:latin typeface="Play"/>
                <a:ea typeface="Play"/>
                <a:cs typeface="Play"/>
                <a:sym typeface="Play"/>
              </a:defRPr>
            </a:lvl4pPr>
            <a:lvl5pPr marL="0" marR="0" lvl="4" indent="0" algn="r" rtl="0">
              <a:lnSpc>
                <a:spcPct val="100000"/>
              </a:lnSpc>
              <a:spcBef>
                <a:spcPts val="0"/>
              </a:spcBef>
              <a:spcAft>
                <a:spcPts val="0"/>
              </a:spcAft>
              <a:buClr>
                <a:srgbClr val="FFFFFF"/>
              </a:buClr>
              <a:buSzPts val="1800"/>
              <a:buFont typeface="Play"/>
              <a:buNone/>
              <a:defRPr sz="900" b="0" i="0" u="none" strike="noStrike" cap="none">
                <a:solidFill>
                  <a:srgbClr val="FFFFFF"/>
                </a:solidFill>
                <a:latin typeface="Play"/>
                <a:ea typeface="Play"/>
                <a:cs typeface="Play"/>
                <a:sym typeface="Play"/>
              </a:defRPr>
            </a:lvl5pPr>
            <a:lvl6pPr marL="0" marR="0" lvl="5" indent="0" algn="r" rtl="0">
              <a:lnSpc>
                <a:spcPct val="100000"/>
              </a:lnSpc>
              <a:spcBef>
                <a:spcPts val="0"/>
              </a:spcBef>
              <a:spcAft>
                <a:spcPts val="0"/>
              </a:spcAft>
              <a:buClr>
                <a:srgbClr val="FFFFFF"/>
              </a:buClr>
              <a:buSzPts val="1800"/>
              <a:buFont typeface="Play"/>
              <a:buNone/>
              <a:defRPr sz="900" b="0" i="0" u="none" strike="noStrike" cap="none">
                <a:solidFill>
                  <a:srgbClr val="FFFFFF"/>
                </a:solidFill>
                <a:latin typeface="Play"/>
                <a:ea typeface="Play"/>
                <a:cs typeface="Play"/>
                <a:sym typeface="Play"/>
              </a:defRPr>
            </a:lvl6pPr>
            <a:lvl7pPr marL="0" marR="0" lvl="6" indent="0" algn="r" rtl="0">
              <a:lnSpc>
                <a:spcPct val="100000"/>
              </a:lnSpc>
              <a:spcBef>
                <a:spcPts val="0"/>
              </a:spcBef>
              <a:spcAft>
                <a:spcPts val="0"/>
              </a:spcAft>
              <a:buClr>
                <a:srgbClr val="FFFFFF"/>
              </a:buClr>
              <a:buSzPts val="1800"/>
              <a:buFont typeface="Play"/>
              <a:buNone/>
              <a:defRPr sz="900" b="0" i="0" u="none" strike="noStrike" cap="none">
                <a:solidFill>
                  <a:srgbClr val="FFFFFF"/>
                </a:solidFill>
                <a:latin typeface="Play"/>
                <a:ea typeface="Play"/>
                <a:cs typeface="Play"/>
                <a:sym typeface="Play"/>
              </a:defRPr>
            </a:lvl7pPr>
            <a:lvl8pPr marL="0" marR="0" lvl="7" indent="0" algn="r" rtl="0">
              <a:lnSpc>
                <a:spcPct val="100000"/>
              </a:lnSpc>
              <a:spcBef>
                <a:spcPts val="0"/>
              </a:spcBef>
              <a:spcAft>
                <a:spcPts val="0"/>
              </a:spcAft>
              <a:buClr>
                <a:srgbClr val="FFFFFF"/>
              </a:buClr>
              <a:buSzPts val="1800"/>
              <a:buFont typeface="Play"/>
              <a:buNone/>
              <a:defRPr sz="900" b="0" i="0" u="none" strike="noStrike" cap="none">
                <a:solidFill>
                  <a:srgbClr val="FFFFFF"/>
                </a:solidFill>
                <a:latin typeface="Play"/>
                <a:ea typeface="Play"/>
                <a:cs typeface="Play"/>
                <a:sym typeface="Play"/>
              </a:defRPr>
            </a:lvl8pPr>
            <a:lvl9pPr marL="0" marR="0" lvl="8" indent="0" algn="r" rtl="0">
              <a:lnSpc>
                <a:spcPct val="100000"/>
              </a:lnSpc>
              <a:spcBef>
                <a:spcPts val="0"/>
              </a:spcBef>
              <a:spcAft>
                <a:spcPts val="0"/>
              </a:spcAft>
              <a:buClr>
                <a:srgbClr val="FFFFFF"/>
              </a:buClr>
              <a:buSzPts val="1800"/>
              <a:buFont typeface="Play"/>
              <a:buNone/>
              <a:defRPr sz="900" b="0" i="0" u="none" strike="noStrike" cap="none">
                <a:solidFill>
                  <a:srgbClr val="FFFFFF"/>
                </a:solidFill>
                <a:latin typeface="Play"/>
                <a:ea typeface="Play"/>
                <a:cs typeface="Play"/>
                <a:sym typeface="Play"/>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866506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Slide 4 copy" type="tx">
  <p:cSld name="Content Slide 4 copy">
    <p:spTree>
      <p:nvGrpSpPr>
        <p:cNvPr id="1" name="Shape 192"/>
        <p:cNvGrpSpPr/>
        <p:nvPr/>
      </p:nvGrpSpPr>
      <p:grpSpPr>
        <a:xfrm>
          <a:off x="0" y="0"/>
          <a:ext cx="0" cy="0"/>
          <a:chOff x="0" y="0"/>
          <a:chExt cx="0" cy="0"/>
        </a:xfrm>
      </p:grpSpPr>
      <p:sp>
        <p:nvSpPr>
          <p:cNvPr id="193" name="Google Shape;193;p43"/>
          <p:cNvSpPr/>
          <p:nvPr/>
        </p:nvSpPr>
        <p:spPr>
          <a:xfrm>
            <a:off x="11750073" y="-5406"/>
            <a:ext cx="438151" cy="6429217"/>
          </a:xfrm>
          <a:prstGeom prst="rect">
            <a:avLst/>
          </a:prstGeom>
          <a:solidFill>
            <a:srgbClr val="E9E9E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000"/>
              <a:buFont typeface="Helvetica Neue"/>
              <a:buNone/>
            </a:pPr>
            <a:endParaRPr sz="1500" b="1" i="0" u="none" strike="noStrike" cap="none">
              <a:solidFill>
                <a:srgbClr val="000000"/>
              </a:solidFill>
              <a:latin typeface="Play"/>
              <a:ea typeface="Play"/>
              <a:cs typeface="Play"/>
              <a:sym typeface="Play"/>
            </a:endParaRPr>
          </a:p>
        </p:txBody>
      </p:sp>
      <p:sp>
        <p:nvSpPr>
          <p:cNvPr id="194" name="Google Shape;194;p43"/>
          <p:cNvSpPr/>
          <p:nvPr/>
        </p:nvSpPr>
        <p:spPr>
          <a:xfrm rot="5400000">
            <a:off x="5660355" y="766299"/>
            <a:ext cx="438151" cy="11753431"/>
          </a:xfrm>
          <a:prstGeom prst="rect">
            <a:avLst/>
          </a:prstGeom>
          <a:solidFill>
            <a:srgbClr val="E9E9E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000"/>
              <a:buFont typeface="Helvetica Neue"/>
              <a:buNone/>
            </a:pPr>
            <a:endParaRPr sz="1500" b="1" i="0" u="none" strike="noStrike" cap="none">
              <a:solidFill>
                <a:srgbClr val="000000"/>
              </a:solidFill>
              <a:latin typeface="Play"/>
              <a:ea typeface="Play"/>
              <a:cs typeface="Play"/>
              <a:sym typeface="Play"/>
            </a:endParaRPr>
          </a:p>
        </p:txBody>
      </p:sp>
      <p:cxnSp>
        <p:nvCxnSpPr>
          <p:cNvPr id="195" name="Google Shape;195;p43"/>
          <p:cNvCxnSpPr/>
          <p:nvPr/>
        </p:nvCxnSpPr>
        <p:spPr>
          <a:xfrm rot="10800000">
            <a:off x="388358" y="329449"/>
            <a:ext cx="3761390" cy="1"/>
          </a:xfrm>
          <a:prstGeom prst="straightConnector1">
            <a:avLst/>
          </a:prstGeom>
          <a:noFill/>
          <a:ln w="12700" cap="flat" cmpd="sng">
            <a:solidFill>
              <a:srgbClr val="A5A5A5"/>
            </a:solidFill>
            <a:prstDash val="solid"/>
            <a:miter lim="8000"/>
            <a:headEnd type="none" w="sm" len="sm"/>
            <a:tailEnd type="none" w="sm" len="sm"/>
          </a:ln>
        </p:spPr>
      </p:cxnSp>
      <p:sp>
        <p:nvSpPr>
          <p:cNvPr id="196" name="Google Shape;196;p43"/>
          <p:cNvSpPr txBox="1">
            <a:spLocks noGrp="1"/>
          </p:cNvSpPr>
          <p:nvPr>
            <p:ph type="body" idx="1"/>
          </p:nvPr>
        </p:nvSpPr>
        <p:spPr>
          <a:xfrm>
            <a:off x="367358" y="445135"/>
            <a:ext cx="4001657" cy="250325"/>
          </a:xfrm>
          <a:prstGeom prst="rect">
            <a:avLst/>
          </a:prstGeom>
          <a:noFill/>
          <a:ln>
            <a:noFill/>
          </a:ln>
        </p:spPr>
        <p:txBody>
          <a:bodyPr spcFirstLastPara="1" wrap="square" lIns="50800" tIns="50800" rIns="50800" bIns="50800" anchor="t" anchorCtr="0">
            <a:spAutoFit/>
          </a:bodyPr>
          <a:lstStyle>
            <a:lvl1pPr marL="457200" lvl="0" indent="-228600" algn="l">
              <a:lnSpc>
                <a:spcPct val="80000"/>
              </a:lnSpc>
              <a:spcBef>
                <a:spcPts val="0"/>
              </a:spcBef>
              <a:spcAft>
                <a:spcPts val="0"/>
              </a:spcAft>
              <a:buClr>
                <a:srgbClr val="0D295C"/>
              </a:buClr>
              <a:buSzPts val="2400"/>
              <a:buFont typeface="Play"/>
              <a:buNone/>
              <a:defRPr sz="1200">
                <a:solidFill>
                  <a:srgbClr val="0D295C"/>
                </a:solidFill>
                <a:latin typeface="Play"/>
                <a:ea typeface="Play"/>
                <a:cs typeface="Play"/>
                <a:sym typeface="Play"/>
              </a:defRPr>
            </a:lvl1pPr>
            <a:lvl2pPr marL="914400" lvl="1" indent="-371475" algn="l">
              <a:lnSpc>
                <a:spcPct val="100000"/>
              </a:lnSpc>
              <a:spcBef>
                <a:spcPts val="2950"/>
              </a:spcBef>
              <a:spcAft>
                <a:spcPts val="0"/>
              </a:spcAft>
              <a:buClr>
                <a:srgbClr val="000000"/>
              </a:buClr>
              <a:buSzPts val="2250"/>
              <a:buChar char="•"/>
              <a:defRPr/>
            </a:lvl2pPr>
            <a:lvl3pPr marL="1371600" lvl="2" indent="-371475" algn="l">
              <a:lnSpc>
                <a:spcPct val="100000"/>
              </a:lnSpc>
              <a:spcBef>
                <a:spcPts val="2950"/>
              </a:spcBef>
              <a:spcAft>
                <a:spcPts val="0"/>
              </a:spcAft>
              <a:buClr>
                <a:srgbClr val="000000"/>
              </a:buClr>
              <a:buSzPts val="2250"/>
              <a:buChar char="•"/>
              <a:defRPr/>
            </a:lvl3pPr>
            <a:lvl4pPr marL="1828800" lvl="3" indent="-371475" algn="l">
              <a:lnSpc>
                <a:spcPct val="100000"/>
              </a:lnSpc>
              <a:spcBef>
                <a:spcPts val="2950"/>
              </a:spcBef>
              <a:spcAft>
                <a:spcPts val="0"/>
              </a:spcAft>
              <a:buClr>
                <a:srgbClr val="000000"/>
              </a:buClr>
              <a:buSzPts val="2250"/>
              <a:buChar char="•"/>
              <a:defRPr/>
            </a:lvl4pPr>
            <a:lvl5pPr marL="2286000" lvl="4" indent="-371475" algn="l">
              <a:lnSpc>
                <a:spcPct val="100000"/>
              </a:lnSpc>
              <a:spcBef>
                <a:spcPts val="2950"/>
              </a:spcBef>
              <a:spcAft>
                <a:spcPts val="0"/>
              </a:spcAft>
              <a:buClr>
                <a:srgbClr val="000000"/>
              </a:buClr>
              <a:buSzPts val="2250"/>
              <a:buChar char="•"/>
              <a:defRPr/>
            </a:lvl5pPr>
            <a:lvl6pPr marL="2743200" lvl="5" indent="-371475" algn="l">
              <a:lnSpc>
                <a:spcPct val="100000"/>
              </a:lnSpc>
              <a:spcBef>
                <a:spcPts val="2950"/>
              </a:spcBef>
              <a:spcAft>
                <a:spcPts val="0"/>
              </a:spcAft>
              <a:buClr>
                <a:srgbClr val="000000"/>
              </a:buClr>
              <a:buSzPts val="2250"/>
              <a:buChar char="•"/>
              <a:defRPr/>
            </a:lvl6pPr>
            <a:lvl7pPr marL="3200400" lvl="6" indent="-371475" algn="l">
              <a:lnSpc>
                <a:spcPct val="100000"/>
              </a:lnSpc>
              <a:spcBef>
                <a:spcPts val="2950"/>
              </a:spcBef>
              <a:spcAft>
                <a:spcPts val="0"/>
              </a:spcAft>
              <a:buClr>
                <a:srgbClr val="000000"/>
              </a:buClr>
              <a:buSzPts val="2250"/>
              <a:buChar char="•"/>
              <a:defRPr/>
            </a:lvl7pPr>
            <a:lvl8pPr marL="3657600" lvl="7" indent="-371475" algn="l">
              <a:lnSpc>
                <a:spcPct val="100000"/>
              </a:lnSpc>
              <a:spcBef>
                <a:spcPts val="2950"/>
              </a:spcBef>
              <a:spcAft>
                <a:spcPts val="0"/>
              </a:spcAft>
              <a:buClr>
                <a:srgbClr val="000000"/>
              </a:buClr>
              <a:buSzPts val="2250"/>
              <a:buChar char="•"/>
              <a:defRPr/>
            </a:lvl8pPr>
            <a:lvl9pPr marL="4114800" lvl="8" indent="-371475" algn="l">
              <a:lnSpc>
                <a:spcPct val="100000"/>
              </a:lnSpc>
              <a:spcBef>
                <a:spcPts val="2950"/>
              </a:spcBef>
              <a:spcAft>
                <a:spcPts val="0"/>
              </a:spcAft>
              <a:buClr>
                <a:srgbClr val="000000"/>
              </a:buClr>
              <a:buSzPts val="2250"/>
              <a:buChar char="•"/>
              <a:defRPr/>
            </a:lvl9pPr>
          </a:lstStyle>
          <a:p>
            <a:endParaRPr/>
          </a:p>
        </p:txBody>
      </p:sp>
      <p:sp>
        <p:nvSpPr>
          <p:cNvPr id="197" name="Google Shape;197;p43"/>
          <p:cNvSpPr txBox="1">
            <a:spLocks noGrp="1"/>
          </p:cNvSpPr>
          <p:nvPr>
            <p:ph type="body" idx="2"/>
          </p:nvPr>
        </p:nvSpPr>
        <p:spPr>
          <a:xfrm>
            <a:off x="367358" y="698500"/>
            <a:ext cx="2555441" cy="471924"/>
          </a:xfrm>
          <a:prstGeom prst="rect">
            <a:avLst/>
          </a:prstGeom>
          <a:noFill/>
          <a:ln>
            <a:noFill/>
          </a:ln>
        </p:spPr>
        <p:txBody>
          <a:bodyPr spcFirstLastPara="1" wrap="square" lIns="50800" tIns="50800" rIns="50800" bIns="50800" anchor="t" anchorCtr="0">
            <a:spAutoFit/>
          </a:bodyPr>
          <a:lstStyle>
            <a:lvl1pPr marL="457200" lvl="0" indent="-228600" algn="l">
              <a:lnSpc>
                <a:spcPct val="80000"/>
              </a:lnSpc>
              <a:spcBef>
                <a:spcPts val="0"/>
              </a:spcBef>
              <a:spcAft>
                <a:spcPts val="0"/>
              </a:spcAft>
              <a:buClr>
                <a:srgbClr val="0D295B"/>
              </a:buClr>
              <a:buSzPts val="6000"/>
              <a:buFont typeface="Play"/>
              <a:buNone/>
              <a:defRPr sz="3000">
                <a:solidFill>
                  <a:srgbClr val="0D295B"/>
                </a:solidFill>
                <a:latin typeface="Play"/>
                <a:ea typeface="Play"/>
                <a:cs typeface="Play"/>
                <a:sym typeface="Play"/>
              </a:defRPr>
            </a:lvl1pPr>
            <a:lvl2pPr marL="914400" lvl="1" indent="-371475" algn="l">
              <a:lnSpc>
                <a:spcPct val="100000"/>
              </a:lnSpc>
              <a:spcBef>
                <a:spcPts val="2950"/>
              </a:spcBef>
              <a:spcAft>
                <a:spcPts val="0"/>
              </a:spcAft>
              <a:buClr>
                <a:srgbClr val="000000"/>
              </a:buClr>
              <a:buSzPts val="2250"/>
              <a:buChar char="•"/>
              <a:defRPr/>
            </a:lvl2pPr>
            <a:lvl3pPr marL="1371600" lvl="2" indent="-371475" algn="l">
              <a:lnSpc>
                <a:spcPct val="100000"/>
              </a:lnSpc>
              <a:spcBef>
                <a:spcPts val="2950"/>
              </a:spcBef>
              <a:spcAft>
                <a:spcPts val="0"/>
              </a:spcAft>
              <a:buClr>
                <a:srgbClr val="000000"/>
              </a:buClr>
              <a:buSzPts val="2250"/>
              <a:buChar char="•"/>
              <a:defRPr/>
            </a:lvl3pPr>
            <a:lvl4pPr marL="1828800" lvl="3" indent="-371475" algn="l">
              <a:lnSpc>
                <a:spcPct val="100000"/>
              </a:lnSpc>
              <a:spcBef>
                <a:spcPts val="2950"/>
              </a:spcBef>
              <a:spcAft>
                <a:spcPts val="0"/>
              </a:spcAft>
              <a:buClr>
                <a:srgbClr val="000000"/>
              </a:buClr>
              <a:buSzPts val="2250"/>
              <a:buChar char="•"/>
              <a:defRPr/>
            </a:lvl4pPr>
            <a:lvl5pPr marL="2286000" lvl="4" indent="-371475" algn="l">
              <a:lnSpc>
                <a:spcPct val="100000"/>
              </a:lnSpc>
              <a:spcBef>
                <a:spcPts val="2950"/>
              </a:spcBef>
              <a:spcAft>
                <a:spcPts val="0"/>
              </a:spcAft>
              <a:buClr>
                <a:srgbClr val="000000"/>
              </a:buClr>
              <a:buSzPts val="2250"/>
              <a:buChar char="•"/>
              <a:defRPr/>
            </a:lvl5pPr>
            <a:lvl6pPr marL="2743200" lvl="5" indent="-371475" algn="l">
              <a:lnSpc>
                <a:spcPct val="100000"/>
              </a:lnSpc>
              <a:spcBef>
                <a:spcPts val="2950"/>
              </a:spcBef>
              <a:spcAft>
                <a:spcPts val="0"/>
              </a:spcAft>
              <a:buClr>
                <a:srgbClr val="000000"/>
              </a:buClr>
              <a:buSzPts val="2250"/>
              <a:buChar char="•"/>
              <a:defRPr/>
            </a:lvl6pPr>
            <a:lvl7pPr marL="3200400" lvl="6" indent="-371475" algn="l">
              <a:lnSpc>
                <a:spcPct val="100000"/>
              </a:lnSpc>
              <a:spcBef>
                <a:spcPts val="2950"/>
              </a:spcBef>
              <a:spcAft>
                <a:spcPts val="0"/>
              </a:spcAft>
              <a:buClr>
                <a:srgbClr val="000000"/>
              </a:buClr>
              <a:buSzPts val="2250"/>
              <a:buChar char="•"/>
              <a:defRPr/>
            </a:lvl7pPr>
            <a:lvl8pPr marL="3657600" lvl="7" indent="-371475" algn="l">
              <a:lnSpc>
                <a:spcPct val="100000"/>
              </a:lnSpc>
              <a:spcBef>
                <a:spcPts val="2950"/>
              </a:spcBef>
              <a:spcAft>
                <a:spcPts val="0"/>
              </a:spcAft>
              <a:buClr>
                <a:srgbClr val="000000"/>
              </a:buClr>
              <a:buSzPts val="2250"/>
              <a:buChar char="•"/>
              <a:defRPr/>
            </a:lvl8pPr>
            <a:lvl9pPr marL="4114800" lvl="8" indent="-371475" algn="l">
              <a:lnSpc>
                <a:spcPct val="100000"/>
              </a:lnSpc>
              <a:spcBef>
                <a:spcPts val="2950"/>
              </a:spcBef>
              <a:spcAft>
                <a:spcPts val="0"/>
              </a:spcAft>
              <a:buClr>
                <a:srgbClr val="000000"/>
              </a:buClr>
              <a:buSzPts val="2250"/>
              <a:buChar char="•"/>
              <a:defRPr/>
            </a:lvl9pPr>
          </a:lstStyle>
          <a:p>
            <a:endParaRPr/>
          </a:p>
        </p:txBody>
      </p:sp>
      <p:sp>
        <p:nvSpPr>
          <p:cNvPr id="198" name="Google Shape;198;p43"/>
          <p:cNvSpPr txBox="1">
            <a:spLocks noGrp="1"/>
          </p:cNvSpPr>
          <p:nvPr>
            <p:ph type="body" idx="3"/>
          </p:nvPr>
        </p:nvSpPr>
        <p:spPr>
          <a:xfrm>
            <a:off x="344751" y="1828800"/>
            <a:ext cx="3764699" cy="537553"/>
          </a:xfrm>
          <a:prstGeom prst="rect">
            <a:avLst/>
          </a:prstGeom>
          <a:noFill/>
          <a:ln>
            <a:noFill/>
          </a:ln>
        </p:spPr>
        <p:txBody>
          <a:bodyPr spcFirstLastPara="1" wrap="square" lIns="91425" tIns="91425" rIns="91425" bIns="91425" anchor="t" anchorCtr="0">
            <a:spAutoFit/>
          </a:bodyPr>
          <a:lstStyle>
            <a:lvl1pPr marL="457200" lvl="0" indent="-228600" algn="l">
              <a:lnSpc>
                <a:spcPct val="110000"/>
              </a:lnSpc>
              <a:spcBef>
                <a:spcPts val="1300"/>
              </a:spcBef>
              <a:spcAft>
                <a:spcPts val="0"/>
              </a:spcAft>
              <a:buClr>
                <a:srgbClr val="000000"/>
              </a:buClr>
              <a:buSzPts val="2200"/>
              <a:buFont typeface="Arial"/>
              <a:buNone/>
              <a:defRPr sz="1100">
                <a:latin typeface="Arial"/>
                <a:ea typeface="Arial"/>
                <a:cs typeface="Arial"/>
                <a:sym typeface="Arial"/>
              </a:defRPr>
            </a:lvl1pPr>
            <a:lvl2pPr marL="914400" lvl="1" indent="-371475" algn="l">
              <a:lnSpc>
                <a:spcPct val="100000"/>
              </a:lnSpc>
              <a:spcBef>
                <a:spcPts val="2950"/>
              </a:spcBef>
              <a:spcAft>
                <a:spcPts val="0"/>
              </a:spcAft>
              <a:buClr>
                <a:srgbClr val="000000"/>
              </a:buClr>
              <a:buSzPts val="2250"/>
              <a:buChar char="•"/>
              <a:defRPr/>
            </a:lvl2pPr>
            <a:lvl3pPr marL="1371600" lvl="2" indent="-371475" algn="l">
              <a:lnSpc>
                <a:spcPct val="100000"/>
              </a:lnSpc>
              <a:spcBef>
                <a:spcPts val="2950"/>
              </a:spcBef>
              <a:spcAft>
                <a:spcPts val="0"/>
              </a:spcAft>
              <a:buClr>
                <a:srgbClr val="000000"/>
              </a:buClr>
              <a:buSzPts val="2250"/>
              <a:buChar char="•"/>
              <a:defRPr/>
            </a:lvl3pPr>
            <a:lvl4pPr marL="1828800" lvl="3" indent="-371475" algn="l">
              <a:lnSpc>
                <a:spcPct val="100000"/>
              </a:lnSpc>
              <a:spcBef>
                <a:spcPts val="2950"/>
              </a:spcBef>
              <a:spcAft>
                <a:spcPts val="0"/>
              </a:spcAft>
              <a:buClr>
                <a:srgbClr val="000000"/>
              </a:buClr>
              <a:buSzPts val="2250"/>
              <a:buChar char="•"/>
              <a:defRPr/>
            </a:lvl4pPr>
            <a:lvl5pPr marL="2286000" lvl="4" indent="-371475" algn="l">
              <a:lnSpc>
                <a:spcPct val="100000"/>
              </a:lnSpc>
              <a:spcBef>
                <a:spcPts val="2950"/>
              </a:spcBef>
              <a:spcAft>
                <a:spcPts val="0"/>
              </a:spcAft>
              <a:buClr>
                <a:srgbClr val="000000"/>
              </a:buClr>
              <a:buSzPts val="2250"/>
              <a:buChar char="•"/>
              <a:defRPr/>
            </a:lvl5pPr>
            <a:lvl6pPr marL="2743200" lvl="5" indent="-371475" algn="l">
              <a:lnSpc>
                <a:spcPct val="100000"/>
              </a:lnSpc>
              <a:spcBef>
                <a:spcPts val="2950"/>
              </a:spcBef>
              <a:spcAft>
                <a:spcPts val="0"/>
              </a:spcAft>
              <a:buClr>
                <a:srgbClr val="000000"/>
              </a:buClr>
              <a:buSzPts val="2250"/>
              <a:buChar char="•"/>
              <a:defRPr/>
            </a:lvl6pPr>
            <a:lvl7pPr marL="3200400" lvl="6" indent="-371475" algn="l">
              <a:lnSpc>
                <a:spcPct val="100000"/>
              </a:lnSpc>
              <a:spcBef>
                <a:spcPts val="2950"/>
              </a:spcBef>
              <a:spcAft>
                <a:spcPts val="0"/>
              </a:spcAft>
              <a:buClr>
                <a:srgbClr val="000000"/>
              </a:buClr>
              <a:buSzPts val="2250"/>
              <a:buChar char="•"/>
              <a:defRPr/>
            </a:lvl7pPr>
            <a:lvl8pPr marL="3657600" lvl="7" indent="-371475" algn="l">
              <a:lnSpc>
                <a:spcPct val="100000"/>
              </a:lnSpc>
              <a:spcBef>
                <a:spcPts val="2950"/>
              </a:spcBef>
              <a:spcAft>
                <a:spcPts val="0"/>
              </a:spcAft>
              <a:buClr>
                <a:srgbClr val="000000"/>
              </a:buClr>
              <a:buSzPts val="2250"/>
              <a:buChar char="•"/>
              <a:defRPr/>
            </a:lvl8pPr>
            <a:lvl9pPr marL="4114800" lvl="8" indent="-371475" algn="l">
              <a:lnSpc>
                <a:spcPct val="100000"/>
              </a:lnSpc>
              <a:spcBef>
                <a:spcPts val="2950"/>
              </a:spcBef>
              <a:spcAft>
                <a:spcPts val="0"/>
              </a:spcAft>
              <a:buClr>
                <a:srgbClr val="000000"/>
              </a:buClr>
              <a:buSzPts val="2250"/>
              <a:buChar char="•"/>
              <a:defRPr/>
            </a:lvl9pPr>
          </a:lstStyle>
          <a:p>
            <a:endParaRPr/>
          </a:p>
        </p:txBody>
      </p:sp>
      <p:sp>
        <p:nvSpPr>
          <p:cNvPr id="199" name="Google Shape;199;p43"/>
          <p:cNvSpPr txBox="1">
            <a:spLocks noGrp="1"/>
          </p:cNvSpPr>
          <p:nvPr>
            <p:ph type="sldNum" idx="12"/>
          </p:nvPr>
        </p:nvSpPr>
        <p:spPr>
          <a:xfrm>
            <a:off x="11883354" y="6540500"/>
            <a:ext cx="184287" cy="518091"/>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000000"/>
              </a:buClr>
              <a:buSzPts val="1800"/>
              <a:buFont typeface="Helvetica Neue"/>
              <a:buNone/>
              <a:defRPr sz="900" b="0" i="0" u="none" strike="noStrike" cap="none">
                <a:solidFill>
                  <a:schemeClr val="dk1"/>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SzPts val="1800"/>
              <a:buFont typeface="Helvetica Neue"/>
              <a:buNone/>
              <a:defRPr sz="900" b="0" i="0" u="none" strike="noStrike" cap="none">
                <a:solidFill>
                  <a:schemeClr val="dk1"/>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SzPts val="1800"/>
              <a:buFont typeface="Helvetica Neue"/>
              <a:buNone/>
              <a:defRPr sz="900" b="0" i="0" u="none" strike="noStrike" cap="none">
                <a:solidFill>
                  <a:schemeClr val="dk1"/>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SzPts val="1800"/>
              <a:buFont typeface="Helvetica Neue"/>
              <a:buNone/>
              <a:defRPr sz="900" b="0" i="0" u="none" strike="noStrike" cap="none">
                <a:solidFill>
                  <a:schemeClr val="dk1"/>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SzPts val="1800"/>
              <a:buFont typeface="Helvetica Neue"/>
              <a:buNone/>
              <a:defRPr sz="900" b="0" i="0" u="none" strike="noStrike" cap="none">
                <a:solidFill>
                  <a:schemeClr val="dk1"/>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SzPts val="1800"/>
              <a:buFont typeface="Helvetica Neue"/>
              <a:buNone/>
              <a:defRPr sz="900" b="0" i="0" u="none" strike="noStrike" cap="none">
                <a:solidFill>
                  <a:schemeClr val="dk1"/>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SzPts val="1800"/>
              <a:buFont typeface="Helvetica Neue"/>
              <a:buNone/>
              <a:defRPr sz="900" b="0" i="0" u="none" strike="noStrike" cap="none">
                <a:solidFill>
                  <a:schemeClr val="dk1"/>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SzPts val="1800"/>
              <a:buFont typeface="Helvetica Neue"/>
              <a:buNone/>
              <a:defRPr sz="900" b="0" i="0" u="none" strike="noStrike" cap="none">
                <a:solidFill>
                  <a:schemeClr val="dk1"/>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SzPts val="1800"/>
              <a:buFont typeface="Helvetica Neue"/>
              <a:buNone/>
              <a:defRPr sz="900" b="0" i="0" u="none" strike="noStrike" cap="none">
                <a:solidFill>
                  <a:schemeClr val="dk1"/>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pic>
        <p:nvPicPr>
          <p:cNvPr id="200" name="Google Shape;200;p43" descr="Image"/>
          <p:cNvPicPr preferRelativeResize="0"/>
          <p:nvPr/>
        </p:nvPicPr>
        <p:blipFill rotWithShape="1">
          <a:blip r:embed="rId2">
            <a:alphaModFix/>
          </a:blip>
          <a:srcRect/>
          <a:stretch/>
        </p:blipFill>
        <p:spPr>
          <a:xfrm>
            <a:off x="10591014" y="6511152"/>
            <a:ext cx="989661" cy="261845"/>
          </a:xfrm>
          <a:prstGeom prst="rect">
            <a:avLst/>
          </a:prstGeom>
          <a:noFill/>
          <a:ln>
            <a:noFill/>
          </a:ln>
        </p:spPr>
      </p:pic>
    </p:spTree>
    <p:extLst>
      <p:ext uri="{BB962C8B-B14F-4D97-AF65-F5344CB8AC3E}">
        <p14:creationId xmlns:p14="http://schemas.microsoft.com/office/powerpoint/2010/main" val="8532082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Normal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CBE35-7284-41BD-A052-C38A3C9C757B}"/>
              </a:ext>
            </a:extLst>
          </p:cNvPr>
          <p:cNvSpPr>
            <a:spLocks noGrp="1"/>
          </p:cNvSpPr>
          <p:nvPr>
            <p:ph type="title"/>
          </p:nvPr>
        </p:nvSpPr>
        <p:spPr>
          <a:xfrm>
            <a:off x="431800" y="118268"/>
            <a:ext cx="10515600" cy="1325563"/>
          </a:xfrm>
        </p:spPr>
        <p:txBody>
          <a:bodyPr>
            <a:normAutofit/>
          </a:bodyPr>
          <a:lstStyle>
            <a:lvl1pPr>
              <a:defRPr sz="3600">
                <a:latin typeface="IntelOne Display Light" panose="020B0403020203020204" pitchFamily="34" charset="0"/>
              </a:defRPr>
            </a:lvl1pPr>
          </a:lstStyle>
          <a:p>
            <a:r>
              <a:rPr lang="en-US"/>
              <a:t>Click to edit Master title style</a:t>
            </a:r>
          </a:p>
        </p:txBody>
      </p:sp>
      <p:sp>
        <p:nvSpPr>
          <p:cNvPr id="4" name="Text Placeholder 3">
            <a:extLst>
              <a:ext uri="{FF2B5EF4-FFF2-40B4-BE49-F238E27FC236}">
                <a16:creationId xmlns:a16="http://schemas.microsoft.com/office/drawing/2014/main" id="{62573FF1-8380-4CA6-94C0-5C13DD3EEDB1}"/>
              </a:ext>
            </a:extLst>
          </p:cNvPr>
          <p:cNvSpPr>
            <a:spLocks noGrp="1"/>
          </p:cNvSpPr>
          <p:nvPr>
            <p:ph type="body" sz="quarter" idx="13"/>
          </p:nvPr>
        </p:nvSpPr>
        <p:spPr>
          <a:xfrm>
            <a:off x="431799" y="1443831"/>
            <a:ext cx="10515600" cy="3998912"/>
          </a:xfrm>
        </p:spPr>
        <p:txBody>
          <a:bodyPr>
            <a:normAutofit/>
          </a:bodyPr>
          <a:lstStyle>
            <a:lvl1pPr marL="0" indent="0">
              <a:buClrTx/>
              <a:buFont typeface="Arial" panose="020B0604020202020204" pitchFamily="34" charset="0"/>
              <a:buNone/>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1pPr>
            <a:lvl2pPr marL="803275" indent="-346075">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2pPr>
            <a:lvl3pPr marL="11430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3pPr>
            <a:lvl4pPr marL="16002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4pPr>
            <a:lvl5pPr marL="20574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81327F7B-5D69-4D60-B426-5AB8111F7B61}"/>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394BEC9C-8ADD-401E-860A-FC414480A6ED}"/>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2" name="Picture 11">
            <a:extLst>
              <a:ext uri="{FF2B5EF4-FFF2-40B4-BE49-F238E27FC236}">
                <a16:creationId xmlns:a16="http://schemas.microsoft.com/office/drawing/2014/main" id="{5DCCD2C6-79CC-485E-8D48-7E59D23DD5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
        <p:nvSpPr>
          <p:cNvPr id="13" name="Rectangle 12">
            <a:extLst>
              <a:ext uri="{FF2B5EF4-FFF2-40B4-BE49-F238E27FC236}">
                <a16:creationId xmlns:a16="http://schemas.microsoft.com/office/drawing/2014/main" id="{F4EC1346-44EE-40B5-8AF9-721E65E8EBB3}"/>
              </a:ext>
            </a:extLst>
          </p:cNvPr>
          <p:cNvSpPr/>
          <p:nvPr userDrawn="1"/>
        </p:nvSpPr>
        <p:spPr>
          <a:xfrm>
            <a:off x="11734801" y="6393067"/>
            <a:ext cx="457199" cy="464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4">
            <a:extLst>
              <a:ext uri="{FF2B5EF4-FFF2-40B4-BE49-F238E27FC236}">
                <a16:creationId xmlns:a16="http://schemas.microsoft.com/office/drawing/2014/main" id="{288DE5C8-3F15-477B-923C-9752FAF8DDB3}"/>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a:p>
        </p:txBody>
      </p:sp>
    </p:spTree>
    <p:extLst>
      <p:ext uri="{BB962C8B-B14F-4D97-AF65-F5344CB8AC3E}">
        <p14:creationId xmlns:p14="http://schemas.microsoft.com/office/powerpoint/2010/main" val="3415059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41497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3" name="Picture Placeholder 2"/>
          <p:cNvSpPr>
            <a:spLocks noGrp="1" noEditPoints="1"/>
          </p:cNvSpPr>
          <p:nvPr>
            <p:ph type="pic" sz="quarter" idx="10"/>
          </p:nvPr>
        </p:nvSpPr>
        <p:spPr>
          <a:xfrm>
            <a:off x="0" y="0"/>
            <a:ext cx="12192000" cy="6858000"/>
          </a:xfrm>
        </p:spPr>
        <p:txBody>
          <a:bodyPr/>
          <a:lstStyle/>
          <a:p>
            <a:pPr lvl="0"/>
            <a:endParaRPr lang="en-US"/>
          </a:p>
        </p:txBody>
      </p:sp>
      <p:pic>
        <p:nvPicPr>
          <p:cNvPr id="13" name="Picture 12"/>
          <p:cNvPicPr>
            <a:picLocks noChangeAspect="1"/>
          </p:cNvPicPr>
          <p:nvPr userDrawn="1"/>
        </p:nvPicPr>
        <p:blipFill>
          <a:blip r:embed="rId2"/>
          <a:srcRect/>
          <a:stretch>
            <a:fillRect/>
          </a:stretch>
        </p:blipFill>
        <p:spPr>
          <a:xfrm>
            <a:off x="0" y="0"/>
            <a:ext cx="7638757" cy="7638757"/>
          </a:xfrm>
          <a:prstGeom prst="rect">
            <a:avLst/>
          </a:prstGeom>
        </p:spPr>
      </p:pic>
      <p:pic>
        <p:nvPicPr>
          <p:cNvPr id="6" name="Picture 5"/>
          <p:cNvPicPr>
            <a:picLocks noChangeAspect="1"/>
          </p:cNvPicPr>
          <p:nvPr userDrawn="1"/>
        </p:nvPicPr>
        <p:blipFill>
          <a:blip r:embed="rId3"/>
          <a:srcRect/>
          <a:stretch>
            <a:fillRect/>
          </a:stretch>
        </p:blipFill>
        <p:spPr>
          <a:xfrm>
            <a:off x="1379122" y="1392116"/>
            <a:ext cx="1358900" cy="838200"/>
          </a:xfrm>
          <a:prstGeom prst="rect">
            <a:avLst/>
          </a:prstGeom>
        </p:spPr>
      </p:pic>
      <p:sp>
        <p:nvSpPr>
          <p:cNvPr id="4" name="Title 1"/>
          <p:cNvSpPr>
            <a:spLocks noGrp="1" noEditPoints="1"/>
          </p:cNvSpPr>
          <p:nvPr>
            <p:ph type="ctrTitle"/>
          </p:nvPr>
        </p:nvSpPr>
        <p:spPr>
          <a:xfrm>
            <a:off x="1264245" y="2920341"/>
            <a:ext cx="4566715" cy="1874852"/>
          </a:xfrm>
        </p:spPr>
        <p:txBody>
          <a:bodyPr anchor="b"/>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Tree>
    <p:extLst>
      <p:ext uri="{BB962C8B-B14F-4D97-AF65-F5344CB8AC3E}">
        <p14:creationId xmlns:p14="http://schemas.microsoft.com/office/powerpoint/2010/main" val="42545286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title">
    <p:bg>
      <p:bgPr>
        <a:solidFill>
          <a:srgbClr val="1F31AD"/>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90008" y="1554148"/>
            <a:ext cx="3598410" cy="1874852"/>
          </a:xfrm>
        </p:spPr>
        <p:txBody>
          <a:bodyPr anchor="b">
            <a:normAutofit/>
          </a:bodyPr>
          <a:lstStyle>
            <a:lvl1pPr algn="l">
              <a:defRPr sz="45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8090008" y="3521075"/>
            <a:ext cx="3598410"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 y="5983357"/>
            <a:ext cx="874643" cy="874643"/>
          </a:xfrm>
          <a:prstGeom prst="rect">
            <a:avLst/>
          </a:prstGeom>
        </p:spPr>
      </p:pic>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pic>
        <p:nvPicPr>
          <p:cNvPr id="11" name="Picture 10"/>
          <p:cNvPicPr>
            <a:picLocks noChangeAspect="1"/>
          </p:cNvPicPr>
          <p:nvPr userDrawn="1"/>
        </p:nvPicPr>
        <p:blipFill>
          <a:blip r:embed="rId3"/>
          <a:srcRect/>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22565680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title">
    <p:bg>
      <p:bgPr>
        <a:solidFill>
          <a:schemeClr val="tx1">
            <a:lumMod val="20000"/>
            <a:lumOff val="80000"/>
          </a:schemeClr>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7118003" y="2330005"/>
            <a:ext cx="4351373" cy="1874852"/>
          </a:xfrm>
        </p:spPr>
        <p:txBody>
          <a:bodyPr anchor="b">
            <a:noAutofit/>
          </a:bodyPr>
          <a:lstStyle>
            <a:lvl1pPr algn="l">
              <a:defRPr sz="50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7118003" y="4296932"/>
            <a:ext cx="4351373" cy="1301497"/>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 y="0"/>
            <a:ext cx="722625" cy="722625"/>
          </a:xfrm>
          <a:prstGeom prst="rect">
            <a:avLst/>
          </a:prstGeom>
        </p:spPr>
      </p:pic>
      <p:sp>
        <p:nvSpPr>
          <p:cNvPr id="10" name="Picture Placeholder 8"/>
          <p:cNvSpPr>
            <a:spLocks noGrp="1" noEditPoints="1"/>
          </p:cNvSpPr>
          <p:nvPr>
            <p:ph type="pic" sz="quarter" idx="10"/>
          </p:nvPr>
        </p:nvSpPr>
        <p:spPr>
          <a:xfrm>
            <a:off x="722624" y="724112"/>
            <a:ext cx="5517866" cy="5517866"/>
          </a:xfrm>
          <a:prstGeom prst="flowChartDelay">
            <a:avLst/>
          </a:prstGeom>
        </p:spPr>
        <p:txBody>
          <a:bodyPr/>
          <a:lstStyle/>
          <a:p>
            <a:pPr lvl="0"/>
            <a:endParaRPr lang="en-US"/>
          </a:p>
        </p:txBody>
      </p:sp>
      <p:pic>
        <p:nvPicPr>
          <p:cNvPr id="6" name="Picture 5"/>
          <p:cNvPicPr>
            <a:picLocks noChangeAspect="1"/>
          </p:cNvPicPr>
          <p:nvPr userDrawn="1"/>
        </p:nvPicPr>
        <p:blipFill>
          <a:blip r:embed="rId3"/>
          <a:srcRect/>
          <a:stretch>
            <a:fillRect/>
          </a:stretch>
        </p:blipFill>
        <p:spPr>
          <a:xfrm>
            <a:off x="6462165" y="995711"/>
            <a:ext cx="2281959" cy="604907"/>
          </a:xfrm>
          <a:prstGeom prst="rect">
            <a:avLst/>
          </a:prstGeom>
        </p:spPr>
      </p:pic>
    </p:spTree>
    <p:extLst>
      <p:ext uri="{BB962C8B-B14F-4D97-AF65-F5344CB8AC3E}">
        <p14:creationId xmlns:p14="http://schemas.microsoft.com/office/powerpoint/2010/main" val="28199161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4_title">
    <p:spTree>
      <p:nvGrpSpPr>
        <p:cNvPr id="1" name=""/>
        <p:cNvGrpSpPr/>
        <p:nvPr/>
      </p:nvGrpSpPr>
      <p:grpSpPr>
        <a:xfrm>
          <a:off x="0" y="0"/>
          <a:ext cx="0" cy="0"/>
          <a:chOff x="0" y="0"/>
          <a:chExt cx="0" cy="0"/>
        </a:xfrm>
      </p:grpSpPr>
      <p:sp>
        <p:nvSpPr>
          <p:cNvPr id="3" name="Picture Placeholder 2"/>
          <p:cNvSpPr>
            <a:spLocks noGrp="1" noEditPoints="1"/>
          </p:cNvSpPr>
          <p:nvPr>
            <p:ph type="pic" sz="quarter" idx="10"/>
          </p:nvPr>
        </p:nvSpPr>
        <p:spPr>
          <a:xfrm>
            <a:off x="0" y="0"/>
            <a:ext cx="12192000" cy="6858000"/>
          </a:xfrm>
        </p:spPr>
        <p:txBody>
          <a:bodyPr/>
          <a:lstStyle/>
          <a:p>
            <a:pPr lvl="0"/>
            <a:endParaRPr lang="en-US"/>
          </a:p>
        </p:txBody>
      </p:sp>
      <p:pic>
        <p:nvPicPr>
          <p:cNvPr id="18" name="Picture 17"/>
          <p:cNvPicPr>
            <a:picLocks noChangeAspect="1"/>
          </p:cNvPicPr>
          <p:nvPr userDrawn="1"/>
        </p:nvPicPr>
        <p:blipFill>
          <a:blip r:embed="rId2"/>
          <a:srcRect/>
          <a:stretch>
            <a:fillRect/>
          </a:stretch>
        </p:blipFill>
        <p:spPr>
          <a:xfrm>
            <a:off x="-1" y="-3491246"/>
            <a:ext cx="10358214" cy="10358214"/>
          </a:xfrm>
          <a:prstGeom prst="rect">
            <a:avLst/>
          </a:prstGeom>
        </p:spPr>
      </p:pic>
      <p:sp>
        <p:nvSpPr>
          <p:cNvPr id="12" name="Picture Placeholder 2"/>
          <p:cNvSpPr>
            <a:spLocks noGrp="1" noEditPoints="1"/>
          </p:cNvSpPr>
          <p:nvPr>
            <p:ph type="pic" sz="quarter" idx="11"/>
          </p:nvPr>
        </p:nvSpPr>
        <p:spPr>
          <a:xfrm>
            <a:off x="0" y="0"/>
            <a:ext cx="12192000" cy="6858000"/>
          </a:xfrm>
        </p:spPr>
        <p:txBody>
          <a:bodyPr/>
          <a:lstStyle/>
          <a:p>
            <a:pPr lvl="0"/>
            <a:endParaRPr lang="en-US"/>
          </a:p>
        </p:txBody>
      </p:sp>
      <p:sp>
        <p:nvSpPr>
          <p:cNvPr id="14" name="Title 1"/>
          <p:cNvSpPr>
            <a:spLocks noGrp="1" noEditPoints="1"/>
          </p:cNvSpPr>
          <p:nvPr>
            <p:ph type="ctrTitle"/>
          </p:nvPr>
        </p:nvSpPr>
        <p:spPr>
          <a:xfrm>
            <a:off x="1833787" y="786741"/>
            <a:ext cx="5921680" cy="1874852"/>
          </a:xfrm>
        </p:spPr>
        <p:txBody>
          <a:bodyPr anchor="b"/>
          <a:lstStyle>
            <a:lvl1pPr algn="l">
              <a:defRPr sz="6000">
                <a:solidFill>
                  <a:schemeClr val="bg1"/>
                </a:solidFill>
              </a:defRPr>
            </a:lvl1pPr>
          </a:lstStyle>
          <a:p>
            <a:r>
              <a:rPr lang="en-US"/>
              <a:t>Click to edit Master title style</a:t>
            </a:r>
          </a:p>
        </p:txBody>
      </p:sp>
      <p:sp>
        <p:nvSpPr>
          <p:cNvPr id="15" name="Subtitle 2"/>
          <p:cNvSpPr>
            <a:spLocks noGrp="1" noEditPoints="1"/>
          </p:cNvSpPr>
          <p:nvPr>
            <p:ph type="subTitle" idx="1"/>
          </p:nvPr>
        </p:nvSpPr>
        <p:spPr>
          <a:xfrm>
            <a:off x="1833787" y="2753669"/>
            <a:ext cx="5921680" cy="694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3"/>
          <a:srcRect/>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4710632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divider">
    <p:bg>
      <p:bgPr>
        <a:solidFill>
          <a:srgbClr val="1F31AD"/>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srcRect/>
          <a:stretch>
            <a:fillRect/>
          </a:stretch>
        </p:blipFill>
        <p:spPr>
          <a:xfrm>
            <a:off x="0" y="0"/>
            <a:ext cx="8518358" cy="8518358"/>
          </a:xfrm>
          <a:prstGeom prst="rect">
            <a:avLst/>
          </a:prstGeom>
        </p:spPr>
      </p:pic>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3"/>
          <a:srcRect/>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343087134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divider">
    <p:bg>
      <p:bgPr>
        <a:solidFill>
          <a:srgbClr val="5B69FF"/>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rcRect/>
          <a:stretch>
            <a:fillRect/>
          </a:stretch>
        </p:blipFill>
        <p:spPr>
          <a:xfrm>
            <a:off x="-18007" y="-2896617"/>
            <a:ext cx="9763585" cy="9763585"/>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40519224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divider">
    <p:bg>
      <p:bgPr>
        <a:solidFill>
          <a:srgbClr val="98A1FF"/>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 y="5983357"/>
            <a:ext cx="874643" cy="874643"/>
          </a:xfrm>
          <a:prstGeom prst="rect">
            <a:avLst/>
          </a:prstGeom>
        </p:spPr>
      </p:pic>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pic>
        <p:nvPicPr>
          <p:cNvPr id="12" name="Picture 11"/>
          <p:cNvPicPr>
            <a:picLocks noChangeAspect="1"/>
          </p:cNvPicPr>
          <p:nvPr userDrawn="1"/>
        </p:nvPicPr>
        <p:blipFill>
          <a:blip r:embed="rId3"/>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16537965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_divider">
    <p:bg>
      <p:bgPr>
        <a:solidFill>
          <a:srgbClr val="C81326"/>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8" name="Picture 7"/>
          <p:cNvPicPr>
            <a:picLocks noChangeAspect="1"/>
          </p:cNvPicPr>
          <p:nvPr userDrawn="1"/>
        </p:nvPicPr>
        <p:blipFill>
          <a:blip r:embed="rId3"/>
          <a:srcRect/>
          <a:stretch>
            <a:fillRect/>
          </a:stretch>
        </p:blipFill>
        <p:spPr>
          <a:xfrm>
            <a:off x="-1" y="-1"/>
            <a:ext cx="8518357" cy="8518357"/>
          </a:xfrm>
          <a:prstGeom prst="rect">
            <a:avLst/>
          </a:prstGeom>
        </p:spPr>
      </p:pic>
    </p:spTree>
    <p:extLst>
      <p:ext uri="{BB962C8B-B14F-4D97-AF65-F5344CB8AC3E}">
        <p14:creationId xmlns:p14="http://schemas.microsoft.com/office/powerpoint/2010/main" val="37178757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5_divider">
    <p:bg>
      <p:bgPr>
        <a:solidFill>
          <a:srgbClr val="FF5660"/>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rcRect/>
          <a:stretch>
            <a:fillRect/>
          </a:stretch>
        </p:blipFill>
        <p:spPr>
          <a:xfrm>
            <a:off x="-18008" y="-2891071"/>
            <a:ext cx="9763585" cy="9763585"/>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1153974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_divider">
    <p:bg>
      <p:bgPr>
        <a:solidFill>
          <a:srgbClr val="FF858A"/>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a:solidFill>
            <a:srgbClr val="FF858A"/>
          </a:solidFill>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a:solidFill>
            <a:srgbClr val="FF858A"/>
          </a:solidFill>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FFB6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39265122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7_divider">
    <p:bg>
      <p:bgPr>
        <a:solidFill>
          <a:srgbClr val="005C84"/>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9" name="Picture 8"/>
          <p:cNvPicPr>
            <a:picLocks noChangeAspect="1"/>
          </p:cNvPicPr>
          <p:nvPr userDrawn="1"/>
        </p:nvPicPr>
        <p:blipFill>
          <a:blip r:embed="rId3"/>
          <a:srcRect/>
          <a:stretch>
            <a:fillRect/>
          </a:stretch>
        </p:blipFill>
        <p:spPr>
          <a:xfrm>
            <a:off x="0" y="-1"/>
            <a:ext cx="8518356" cy="8518356"/>
          </a:xfrm>
          <a:prstGeom prst="rect">
            <a:avLst/>
          </a:prstGeom>
        </p:spPr>
      </p:pic>
    </p:spTree>
    <p:extLst>
      <p:ext uri="{BB962C8B-B14F-4D97-AF65-F5344CB8AC3E}">
        <p14:creationId xmlns:p14="http://schemas.microsoft.com/office/powerpoint/2010/main" val="322869800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8_divider">
    <p:bg>
      <p:bgPr>
        <a:solidFill>
          <a:srgbClr val="02C8FD"/>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rcRect/>
          <a:stretch>
            <a:fillRect/>
          </a:stretch>
        </p:blipFill>
        <p:spPr>
          <a:xfrm>
            <a:off x="-14515" y="-2893472"/>
            <a:ext cx="9760092" cy="9760092"/>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1856610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9_divider">
    <p:bg>
      <p:bgPr>
        <a:solidFill>
          <a:srgbClr val="7ADEFF"/>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02C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userDrawn="1"/>
        </p:nvPicPr>
        <p:blipFill>
          <a:blip r:embed="rId2"/>
          <a:srcRect/>
          <a:stretch>
            <a:fillRect/>
          </a:stretch>
        </p:blipFill>
        <p:spPr>
          <a:xfrm>
            <a:off x="1919978" y="7168467"/>
            <a:ext cx="8268750" cy="6858000"/>
          </a:xfrm>
          <a:prstGeom prst="rect">
            <a:avLst/>
          </a:prstGeom>
        </p:spPr>
      </p:pic>
      <p:pic>
        <p:nvPicPr>
          <p:cNvPr id="9" name="Picture 8"/>
          <p:cNvPicPr>
            <a:picLocks noChangeAspect="1"/>
          </p:cNvPicPr>
          <p:nvPr userDrawn="1"/>
        </p:nvPicPr>
        <p:blipFill>
          <a:blip r:embed="rId3"/>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111501764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0_divider">
    <p:bg>
      <p:bgPr>
        <a:solidFill>
          <a:srgbClr val="CA8F00"/>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8" name="Picture 7"/>
          <p:cNvPicPr>
            <a:picLocks noChangeAspect="1"/>
          </p:cNvPicPr>
          <p:nvPr userDrawn="1"/>
        </p:nvPicPr>
        <p:blipFill>
          <a:blip r:embed="rId3"/>
          <a:srcRect/>
          <a:stretch>
            <a:fillRect/>
          </a:stretch>
        </p:blipFill>
        <p:spPr>
          <a:xfrm>
            <a:off x="0" y="0"/>
            <a:ext cx="8518356" cy="8518356"/>
          </a:xfrm>
          <a:prstGeom prst="rect">
            <a:avLst/>
          </a:prstGeom>
        </p:spPr>
      </p:pic>
    </p:spTree>
    <p:extLst>
      <p:ext uri="{BB962C8B-B14F-4D97-AF65-F5344CB8AC3E}">
        <p14:creationId xmlns:p14="http://schemas.microsoft.com/office/powerpoint/2010/main" val="221833036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2_divider">
    <p:bg>
      <p:bgPr>
        <a:solidFill>
          <a:srgbClr val="FFE27A"/>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EE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rcRect/>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28615768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3_divider">
    <p:bg>
      <p:bgPr>
        <a:solidFill>
          <a:srgbClr val="515A3C"/>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9" name="Picture 8"/>
          <p:cNvPicPr>
            <a:picLocks noChangeAspect="1"/>
          </p:cNvPicPr>
          <p:nvPr userDrawn="1"/>
        </p:nvPicPr>
        <p:blipFill>
          <a:blip r:embed="rId3"/>
          <a:srcRect/>
          <a:stretch>
            <a:fillRect/>
          </a:stretch>
        </p:blipFill>
        <p:spPr>
          <a:xfrm>
            <a:off x="3406" y="-1"/>
            <a:ext cx="8529463" cy="8529463"/>
          </a:xfrm>
          <a:prstGeom prst="rect">
            <a:avLst/>
          </a:prstGeom>
        </p:spPr>
      </p:pic>
    </p:spTree>
    <p:extLst>
      <p:ext uri="{BB962C8B-B14F-4D97-AF65-F5344CB8AC3E}">
        <p14:creationId xmlns:p14="http://schemas.microsoft.com/office/powerpoint/2010/main" val="20911454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4_divider">
    <p:bg>
      <p:bgPr>
        <a:solidFill>
          <a:srgbClr val="8BAE46"/>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rcRect/>
          <a:stretch>
            <a:fillRect/>
          </a:stretch>
        </p:blipFill>
        <p:spPr>
          <a:xfrm>
            <a:off x="-14515" y="-2878954"/>
            <a:ext cx="9745574" cy="9745574"/>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pic>
        <p:nvPicPr>
          <p:cNvPr id="6" name="Picture 5"/>
          <p:cNvPicPr>
            <a:picLocks noChangeAspect="1"/>
          </p:cNvPicPr>
          <p:nvPr userDrawn="1"/>
        </p:nvPicPr>
        <p:blipFill>
          <a:blip r:embed="rId4"/>
          <a:srcRect/>
          <a:stretch>
            <a:fillRect/>
          </a:stretch>
        </p:blipFill>
        <p:spPr>
          <a:xfrm>
            <a:off x="1919978" y="7168467"/>
            <a:ext cx="8268750" cy="6858000"/>
          </a:xfrm>
          <a:prstGeom prst="rect">
            <a:avLst/>
          </a:prstGeom>
        </p:spPr>
      </p:pic>
    </p:spTree>
    <p:extLst>
      <p:ext uri="{BB962C8B-B14F-4D97-AF65-F5344CB8AC3E}">
        <p14:creationId xmlns:p14="http://schemas.microsoft.com/office/powerpoint/2010/main" val="21618218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5_divider">
    <p:bg>
      <p:bgPr>
        <a:solidFill>
          <a:srgbClr val="ADCC6E"/>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8BAE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11960116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6_divider">
    <p:bg>
      <p:bgPr>
        <a:solidFill>
          <a:srgbClr val="272727"/>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rcRect/>
          <a:stretch>
            <a:fillRect/>
          </a:stretch>
        </p:blipFill>
        <p:spPr>
          <a:xfrm>
            <a:off x="-1" y="-1"/>
            <a:ext cx="8529463" cy="8529463"/>
          </a:xfrm>
          <a:prstGeom prst="rect">
            <a:avLst/>
          </a:prstGeom>
        </p:spPr>
      </p:pic>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3"/>
          <a:srcRect/>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20004848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7_divider">
    <p:bg>
      <p:bgPr>
        <a:solidFill>
          <a:srgbClr val="AEAEAE"/>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rcRect/>
          <a:stretch>
            <a:fillRect/>
          </a:stretch>
        </p:blipFill>
        <p:spPr>
          <a:xfrm>
            <a:off x="-14516" y="-2887573"/>
            <a:ext cx="9745573" cy="9745573"/>
          </a:xfrm>
          <a:prstGeom prst="rect">
            <a:avLst/>
          </a:prstGeom>
        </p:spPr>
      </p:pic>
      <p:pic>
        <p:nvPicPr>
          <p:cNvPr id="2" name="Picture 1"/>
          <p:cNvPicPr>
            <a:picLocks noChangeAspect="1"/>
          </p:cNvPicPr>
          <p:nvPr userDrawn="1"/>
        </p:nvPicPr>
        <p:blipFill>
          <a:blip r:embed="rId3"/>
          <a:srcRect/>
          <a:stretch>
            <a:fillRect/>
          </a:stretch>
        </p:blipFill>
        <p:spPr>
          <a:xfrm>
            <a:off x="-14515" y="-2878954"/>
            <a:ext cx="9745574" cy="9745574"/>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4"/>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78419037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8_divider">
    <p:bg>
      <p:bgPr>
        <a:solidFill>
          <a:srgbClr val="E9E9E9"/>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AE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rcRect/>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29414274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9_divider">
    <p:spTree>
      <p:nvGrpSpPr>
        <p:cNvPr id="1" name=""/>
        <p:cNvGrpSpPr/>
        <p:nvPr/>
      </p:nvGrpSpPr>
      <p:grpSpPr>
        <a:xfrm>
          <a:off x="0" y="0"/>
          <a:ext cx="0" cy="0"/>
          <a:chOff x="0" y="0"/>
          <a:chExt cx="0" cy="0"/>
        </a:xfrm>
      </p:grpSpPr>
      <p:sp>
        <p:nvSpPr>
          <p:cNvPr id="3" name="Picture Placeholder 2"/>
          <p:cNvSpPr>
            <a:spLocks noGrp="1" noEditPoints="1"/>
          </p:cNvSpPr>
          <p:nvPr>
            <p:ph type="pic" sz="quarter" idx="10"/>
          </p:nvPr>
        </p:nvSpPr>
        <p:spPr>
          <a:xfrm>
            <a:off x="0" y="0"/>
            <a:ext cx="12192000" cy="6858000"/>
          </a:xfrm>
        </p:spPr>
        <p:txBody>
          <a:bodyPr/>
          <a:lstStyle/>
          <a:p>
            <a:pPr lvl="0"/>
            <a:endParaRPr lang="en-US"/>
          </a:p>
        </p:txBody>
      </p:sp>
      <p:pic>
        <p:nvPicPr>
          <p:cNvPr id="13" name="Picture 12"/>
          <p:cNvPicPr>
            <a:picLocks noChangeAspect="1"/>
          </p:cNvPicPr>
          <p:nvPr userDrawn="1"/>
        </p:nvPicPr>
        <p:blipFill>
          <a:blip r:embed="rId2"/>
          <a:srcRect/>
          <a:stretch>
            <a:fillRect/>
          </a:stretch>
        </p:blipFill>
        <p:spPr>
          <a:xfrm>
            <a:off x="0" y="0"/>
            <a:ext cx="7638757" cy="7638757"/>
          </a:xfrm>
          <a:prstGeom prst="rect">
            <a:avLst/>
          </a:prstGeom>
        </p:spPr>
      </p:pic>
      <p:pic>
        <p:nvPicPr>
          <p:cNvPr id="6" name="Picture 5"/>
          <p:cNvPicPr>
            <a:picLocks noChangeAspect="1"/>
          </p:cNvPicPr>
          <p:nvPr userDrawn="1"/>
        </p:nvPicPr>
        <p:blipFill>
          <a:blip r:embed="rId3"/>
          <a:srcRect/>
          <a:stretch>
            <a:fillRect/>
          </a:stretch>
        </p:blipFill>
        <p:spPr>
          <a:xfrm>
            <a:off x="1379122" y="1392116"/>
            <a:ext cx="1358900" cy="838200"/>
          </a:xfrm>
          <a:prstGeom prst="rect">
            <a:avLst/>
          </a:prstGeom>
        </p:spPr>
      </p:pic>
      <p:sp>
        <p:nvSpPr>
          <p:cNvPr id="4" name="Title 1"/>
          <p:cNvSpPr>
            <a:spLocks noGrp="1" noEditPoints="1"/>
          </p:cNvSpPr>
          <p:nvPr>
            <p:ph type="ctrTitle"/>
          </p:nvPr>
        </p:nvSpPr>
        <p:spPr>
          <a:xfrm>
            <a:off x="1264245" y="2920341"/>
            <a:ext cx="4566715" cy="1874852"/>
          </a:xfrm>
        </p:spPr>
        <p:txBody>
          <a:bodyPr anchor="b"/>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Tree>
    <p:extLst>
      <p:ext uri="{BB962C8B-B14F-4D97-AF65-F5344CB8AC3E}">
        <p14:creationId xmlns:p14="http://schemas.microsoft.com/office/powerpoint/2010/main" val="68057351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0_divider">
    <p:bg>
      <p:bgPr>
        <a:solidFill>
          <a:srgbClr val="5B69FF"/>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srcRect/>
          <a:stretch>
            <a:fillRect/>
          </a:stretch>
        </p:blipFill>
        <p:spPr>
          <a:xfrm>
            <a:off x="1379122" y="1392116"/>
            <a:ext cx="1358900" cy="838200"/>
          </a:xfrm>
          <a:prstGeom prst="rect">
            <a:avLst/>
          </a:prstGeom>
        </p:spPr>
      </p:pic>
      <p:sp>
        <p:nvSpPr>
          <p:cNvPr id="4" name="Title 1"/>
          <p:cNvSpPr>
            <a:spLocks noGrp="1" noEditPoints="1"/>
          </p:cNvSpPr>
          <p:nvPr>
            <p:ph type="ctrTitle"/>
          </p:nvPr>
        </p:nvSpPr>
        <p:spPr>
          <a:xfrm>
            <a:off x="1264245" y="2920341"/>
            <a:ext cx="4566715" cy="1874852"/>
          </a:xfrm>
        </p:spPr>
        <p:txBody>
          <a:bodyPr anchor="b"/>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9" name="Picture Placeholder 8"/>
          <p:cNvSpPr>
            <a:spLocks noGrp="1" noEditPoints="1"/>
          </p:cNvSpPr>
          <p:nvPr>
            <p:ph type="pic" sz="quarter" idx="10"/>
          </p:nvPr>
        </p:nvSpPr>
        <p:spPr>
          <a:xfrm>
            <a:off x="1637956" y="669235"/>
            <a:ext cx="5094287" cy="5094287"/>
          </a:xfrm>
          <a:prstGeom prst="flowChartDelay">
            <a:avLst/>
          </a:prstGeom>
        </p:spPr>
        <p:txBody>
          <a:bodyPr/>
          <a:lstStyle/>
          <a:p>
            <a:pPr lvl="0"/>
            <a:endParaRPr lang="en-US"/>
          </a:p>
        </p:txBody>
      </p:sp>
    </p:spTree>
    <p:extLst>
      <p:ext uri="{BB962C8B-B14F-4D97-AF65-F5344CB8AC3E}">
        <p14:creationId xmlns:p14="http://schemas.microsoft.com/office/powerpoint/2010/main" val="153557359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1_divider">
    <p:spTree>
      <p:nvGrpSpPr>
        <p:cNvPr id="1" name=""/>
        <p:cNvGrpSpPr/>
        <p:nvPr/>
      </p:nvGrpSpPr>
      <p:grpSpPr>
        <a:xfrm>
          <a:off x="0" y="0"/>
          <a:ext cx="0" cy="0"/>
          <a:chOff x="0" y="0"/>
          <a:chExt cx="0" cy="0"/>
        </a:xfrm>
      </p:grpSpPr>
      <p:sp>
        <p:nvSpPr>
          <p:cNvPr id="3" name="Picture Placeholder 2"/>
          <p:cNvSpPr>
            <a:spLocks noGrp="1" noEditPoints="1"/>
          </p:cNvSpPr>
          <p:nvPr>
            <p:ph type="pic" sz="quarter" idx="10"/>
          </p:nvPr>
        </p:nvSpPr>
        <p:spPr>
          <a:xfrm>
            <a:off x="0" y="0"/>
            <a:ext cx="12192000" cy="6858000"/>
          </a:xfrm>
        </p:spPr>
        <p:txBody>
          <a:bodyPr/>
          <a:lstStyle/>
          <a:p>
            <a:pPr lvl="0"/>
            <a:endParaRPr lang="en-US"/>
          </a:p>
        </p:txBody>
      </p:sp>
      <p:pic>
        <p:nvPicPr>
          <p:cNvPr id="18" name="Picture 17"/>
          <p:cNvPicPr>
            <a:picLocks noChangeAspect="1"/>
          </p:cNvPicPr>
          <p:nvPr userDrawn="1"/>
        </p:nvPicPr>
        <p:blipFill>
          <a:blip r:embed="rId2"/>
          <a:srcRect/>
          <a:stretch>
            <a:fillRect/>
          </a:stretch>
        </p:blipFill>
        <p:spPr>
          <a:xfrm>
            <a:off x="-1" y="-3491246"/>
            <a:ext cx="10358214" cy="10358214"/>
          </a:xfrm>
          <a:prstGeom prst="rect">
            <a:avLst/>
          </a:prstGeom>
        </p:spPr>
      </p:pic>
      <p:sp>
        <p:nvSpPr>
          <p:cNvPr id="12" name="Picture Placeholder 2"/>
          <p:cNvSpPr>
            <a:spLocks noGrp="1" noEditPoints="1"/>
          </p:cNvSpPr>
          <p:nvPr>
            <p:ph type="pic" sz="quarter" idx="11"/>
          </p:nvPr>
        </p:nvSpPr>
        <p:spPr>
          <a:xfrm>
            <a:off x="0" y="0"/>
            <a:ext cx="12192000" cy="6858000"/>
          </a:xfrm>
        </p:spPr>
        <p:txBody>
          <a:bodyPr/>
          <a:lstStyle/>
          <a:p>
            <a:pPr lvl="0"/>
            <a:endParaRPr lang="en-US"/>
          </a:p>
        </p:txBody>
      </p:sp>
      <p:sp>
        <p:nvSpPr>
          <p:cNvPr id="14" name="Title 1"/>
          <p:cNvSpPr>
            <a:spLocks noGrp="1" noEditPoints="1"/>
          </p:cNvSpPr>
          <p:nvPr>
            <p:ph type="ctrTitle"/>
          </p:nvPr>
        </p:nvSpPr>
        <p:spPr>
          <a:xfrm>
            <a:off x="1833787" y="786741"/>
            <a:ext cx="5921680" cy="1874852"/>
          </a:xfrm>
        </p:spPr>
        <p:txBody>
          <a:bodyPr anchor="b"/>
          <a:lstStyle>
            <a:lvl1pPr algn="l">
              <a:defRPr sz="6000">
                <a:solidFill>
                  <a:schemeClr val="bg1"/>
                </a:solidFill>
              </a:defRPr>
            </a:lvl1pPr>
          </a:lstStyle>
          <a:p>
            <a:r>
              <a:rPr lang="en-US"/>
              <a:t>Click to edit Master title style</a:t>
            </a:r>
          </a:p>
        </p:txBody>
      </p:sp>
      <p:sp>
        <p:nvSpPr>
          <p:cNvPr id="15" name="Subtitle 2"/>
          <p:cNvSpPr>
            <a:spLocks noGrp="1" noEditPoints="1"/>
          </p:cNvSpPr>
          <p:nvPr>
            <p:ph type="subTitle" idx="1"/>
          </p:nvPr>
        </p:nvSpPr>
        <p:spPr>
          <a:xfrm>
            <a:off x="1833787" y="2753669"/>
            <a:ext cx="5921680" cy="694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3"/>
          <a:srcRect/>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211421273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itle, Sub Two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6" name="Text Placeholder 5"/>
          <p:cNvSpPr>
            <a:spLocks noGrp="1" noEditPoints="1"/>
          </p:cNvSpPr>
          <p:nvPr>
            <p:ph type="body" sz="quarter" idx="10"/>
          </p:nvPr>
        </p:nvSpPr>
        <p:spPr>
          <a:xfrm>
            <a:off x="381000" y="1495361"/>
            <a:ext cx="10972800" cy="530454"/>
          </a:xfrm>
        </p:spPr>
        <p:txBody>
          <a:bodyPr>
            <a:noAutofit/>
          </a:bodyPr>
          <a:lstStyle>
            <a:lvl1pPr marL="0" indent="0">
              <a:buNone/>
              <a:defRPr sz="3200" b="0" i="0">
                <a:solidFill>
                  <a:schemeClr val="accent1"/>
                </a:solidFill>
                <a:latin typeface="IntelOne Text" panose="020B0503020203020204" pitchFamily="34" charset="77"/>
              </a:defRPr>
            </a:lvl1pPr>
            <a:lvl2pPr marL="457200" indent="0">
              <a:buNone/>
            </a:lvl2pPr>
          </a:lstStyle>
          <a:p>
            <a:pPr lvl="0"/>
            <a:r>
              <a:rPr lang="en-US"/>
              <a:t>Click to edit Master text styles</a:t>
            </a:r>
          </a:p>
        </p:txBody>
      </p:sp>
      <p:sp>
        <p:nvSpPr>
          <p:cNvPr id="3" name="Content Placeholder 2"/>
          <p:cNvSpPr>
            <a:spLocks noGrp="1" noEditPoints="1"/>
          </p:cNvSpPr>
          <p:nvPr>
            <p:ph sz="half" idx="1"/>
          </p:nvPr>
        </p:nvSpPr>
        <p:spPr>
          <a:xfrm>
            <a:off x="380999"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noEditPoints="1"/>
          </p:cNvSpPr>
          <p:nvPr>
            <p:ph sz="half" idx="2"/>
          </p:nvPr>
        </p:nvSpPr>
        <p:spPr>
          <a:xfrm>
            <a:off x="5923935"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761154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Quote white">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4" name="Text Placeholder 3"/>
          <p:cNvSpPr>
            <a:spLocks noGrp="1" noEditPoints="1"/>
          </p:cNvSpPr>
          <p:nvPr>
            <p:ph type="body" sz="quarter" idx="10"/>
          </p:nvPr>
        </p:nvSpPr>
        <p:spPr>
          <a:xfrm>
            <a:off x="381000" y="1441833"/>
            <a:ext cx="10972800" cy="4241800"/>
          </a:xfrm>
        </p:spPr>
        <p:txBody>
          <a:bodyPr>
            <a:normAutofit/>
          </a:bodyPr>
          <a:lstStyle>
            <a:lvl1pPr marL="0" indent="0">
              <a:buNone/>
              <a:defRPr sz="6000" b="0" i="0">
                <a:solidFill>
                  <a:schemeClr val="accent1"/>
                </a:solidFill>
                <a:latin typeface="IntelOne Display Regular" panose="020B0503020203020204" pitchFamily="34" charset="0"/>
              </a:defRPr>
            </a:lvl1pPr>
          </a:lstStyle>
          <a:p>
            <a:pPr lvl="0"/>
            <a:r>
              <a:rPr lang="en-US"/>
              <a:t>Click to edit Master text styles</a:t>
            </a:r>
          </a:p>
        </p:txBody>
      </p:sp>
      <p:sp>
        <p:nvSpPr>
          <p:cNvPr id="6" name="Text Placeholder 5"/>
          <p:cNvSpPr>
            <a:spLocks noGrp="1" noEditPoints="1"/>
          </p:cNvSpPr>
          <p:nvPr>
            <p:ph type="body" sz="quarter" idx="11"/>
          </p:nvPr>
        </p:nvSpPr>
        <p:spPr>
          <a:xfrm>
            <a:off x="381000" y="5757203"/>
            <a:ext cx="10972800" cy="501650"/>
          </a:xfrm>
        </p:spPr>
        <p:txBody>
          <a:bodyPr/>
          <a:lstStyle>
            <a:lvl1pPr marL="0" indent="0">
              <a:buNone/>
              <a:defRPr>
                <a:solidFill>
                  <a:schemeClr val="tx2"/>
                </a:solidFill>
                <a:latin typeface="IntelOne Text" panose="020B0503020203020204" pitchFamily="34" charset="77"/>
              </a:defRPr>
            </a:lvl1pPr>
          </a:lstStyle>
          <a:p>
            <a:pPr lvl="0"/>
            <a:r>
              <a:rPr lang="en-US"/>
              <a:t>Click to edit Master text styles</a:t>
            </a:r>
          </a:p>
        </p:txBody>
      </p:sp>
    </p:spTree>
    <p:extLst>
      <p:ext uri="{BB962C8B-B14F-4D97-AF65-F5344CB8AC3E}">
        <p14:creationId xmlns:p14="http://schemas.microsoft.com/office/powerpoint/2010/main" val="30664073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Start / Finish">
    <p:spTree>
      <p:nvGrpSpPr>
        <p:cNvPr id="1" name=""/>
        <p:cNvGrpSpPr/>
        <p:nvPr/>
      </p:nvGrpSpPr>
      <p:grpSpPr>
        <a:xfrm>
          <a:off x="0" y="0"/>
          <a:ext cx="0" cy="0"/>
          <a:chOff x="0" y="0"/>
          <a:chExt cx="0" cy="0"/>
        </a:xfrm>
      </p:grpSpPr>
      <p:sp>
        <p:nvSpPr>
          <p:cNvPr id="7" name="Picture Placeholder 6"/>
          <p:cNvSpPr>
            <a:spLocks noGrp="1" noEditPoints="1"/>
          </p:cNvSpPr>
          <p:nvPr>
            <p:ph type="pic" sz="quarter" idx="10"/>
          </p:nvPr>
        </p:nvSpPr>
        <p:spPr>
          <a:xfrm>
            <a:off x="0" y="0"/>
            <a:ext cx="12192000" cy="6858000"/>
          </a:xfrm>
        </p:spPr>
        <p:txBody>
          <a:bodyPr/>
          <a:lstStyle>
            <a:lvl1pPr marL="0" indent="0">
              <a:buNone/>
            </a:lvl1pPr>
          </a:lstStyle>
          <a:p>
            <a:pPr lvl="0"/>
            <a:endParaRPr lang="en-US"/>
          </a:p>
        </p:txBody>
      </p:sp>
    </p:spTree>
    <p:extLst>
      <p:ext uri="{BB962C8B-B14F-4D97-AF65-F5344CB8AC3E}">
        <p14:creationId xmlns:p14="http://schemas.microsoft.com/office/powerpoint/2010/main" val="129386931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itle_USF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42217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2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6" name="Rectangle 5">
            <a:extLst>
              <a:ext uri="{FF2B5EF4-FFF2-40B4-BE49-F238E27FC236}">
                <a16:creationId xmlns:a16="http://schemas.microsoft.com/office/drawing/2014/main" id="{9D30CAA2-E96E-4191-8114-059683D98E64}"/>
              </a:ext>
            </a:extLst>
          </p:cNvPr>
          <p:cNvSpPr/>
          <p:nvPr userDrawn="1"/>
        </p:nvSpPr>
        <p:spPr>
          <a:xfrm>
            <a:off x="11908330" y="0"/>
            <a:ext cx="283670" cy="6533642"/>
          </a:xfrm>
          <a:prstGeom prst="rect">
            <a:avLst/>
          </a:prstGeom>
          <a:solidFill>
            <a:srgbClr val="00C7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95895209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3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6" name="Rectangle 5">
            <a:extLst>
              <a:ext uri="{FF2B5EF4-FFF2-40B4-BE49-F238E27FC236}">
                <a16:creationId xmlns:a16="http://schemas.microsoft.com/office/drawing/2014/main" id="{9D30CAA2-E96E-4191-8114-059683D98E64}"/>
              </a:ext>
            </a:extLst>
          </p:cNvPr>
          <p:cNvSpPr/>
          <p:nvPr userDrawn="1"/>
        </p:nvSpPr>
        <p:spPr>
          <a:xfrm>
            <a:off x="11908330" y="0"/>
            <a:ext cx="283670" cy="6533642"/>
          </a:xfrm>
          <a:prstGeom prst="rect">
            <a:avLst/>
          </a:prstGeom>
          <a:solidFill>
            <a:srgbClr val="F55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70593793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4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6" name="Rectangle 5">
            <a:extLst>
              <a:ext uri="{FF2B5EF4-FFF2-40B4-BE49-F238E27FC236}">
                <a16:creationId xmlns:a16="http://schemas.microsoft.com/office/drawing/2014/main" id="{9D30CAA2-E96E-4191-8114-059683D98E64}"/>
              </a:ext>
            </a:extLst>
          </p:cNvPr>
          <p:cNvSpPr/>
          <p:nvPr userDrawn="1"/>
        </p:nvSpPr>
        <p:spPr>
          <a:xfrm>
            <a:off x="11908330" y="0"/>
            <a:ext cx="283670" cy="6533642"/>
          </a:xfrm>
          <a:prstGeom prst="rect">
            <a:avLst/>
          </a:prstGeom>
          <a:solidFill>
            <a:srgbClr val="8BAE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90511205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6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89103998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5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6" name="Rectangle 5">
            <a:extLst>
              <a:ext uri="{FF2B5EF4-FFF2-40B4-BE49-F238E27FC236}">
                <a16:creationId xmlns:a16="http://schemas.microsoft.com/office/drawing/2014/main" id="{9D30CAA2-E96E-4191-8114-059683D98E64}"/>
              </a:ext>
            </a:extLst>
          </p:cNvPr>
          <p:cNvSpPr/>
          <p:nvPr userDrawn="1"/>
        </p:nvSpPr>
        <p:spPr>
          <a:xfrm>
            <a:off x="11908330" y="0"/>
            <a:ext cx="283670" cy="6533642"/>
          </a:xfrm>
          <a:prstGeom prst="rect">
            <a:avLst/>
          </a:prstGeom>
          <a:solidFill>
            <a:srgbClr val="F4C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6906287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7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6" name="Rectangle 5">
            <a:extLst>
              <a:ext uri="{FF2B5EF4-FFF2-40B4-BE49-F238E27FC236}">
                <a16:creationId xmlns:a16="http://schemas.microsoft.com/office/drawing/2014/main" id="{9D30CAA2-E96E-4191-8114-059683D98E64}"/>
              </a:ext>
            </a:extLst>
          </p:cNvPr>
          <p:cNvSpPr/>
          <p:nvPr userDrawn="1"/>
        </p:nvSpPr>
        <p:spPr>
          <a:xfrm>
            <a:off x="11908330" y="0"/>
            <a:ext cx="283670" cy="6533642"/>
          </a:xfrm>
          <a:prstGeom prst="rect">
            <a:avLst/>
          </a:prstGeom>
          <a:solidFill>
            <a:srgbClr val="BABA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21137179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Intel Capital Hero Title">
  <p:cSld name="Intel Capital Hero Title">
    <p:bg>
      <p:bgPr>
        <a:gradFill>
          <a:gsLst>
            <a:gs pos="0">
              <a:srgbClr val="00285A"/>
            </a:gs>
            <a:gs pos="100000">
              <a:srgbClr val="1E2EB8"/>
            </a:gs>
          </a:gsLst>
          <a:lin ang="5400000" scaled="0"/>
        </a:gra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body" idx="1"/>
          </p:nvPr>
        </p:nvSpPr>
        <p:spPr>
          <a:xfrm>
            <a:off x="1816378" y="5829280"/>
            <a:ext cx="2317578" cy="318490"/>
          </a:xfrm>
          <a:prstGeom prst="rect">
            <a:avLst/>
          </a:prstGeom>
          <a:noFill/>
          <a:ln>
            <a:noFill/>
          </a:ln>
        </p:spPr>
        <p:txBody>
          <a:bodyPr spcFirstLastPara="1" wrap="square" lIns="45700" tIns="45700" rIns="45700" bIns="45700" anchor="t" anchorCtr="0">
            <a:normAutofit/>
          </a:bodyPr>
          <a:lstStyle>
            <a:lvl1pPr marL="228600" lvl="0" indent="-114300" algn="l">
              <a:lnSpc>
                <a:spcPct val="100000"/>
              </a:lnSpc>
              <a:spcBef>
                <a:spcPts val="0"/>
              </a:spcBef>
              <a:spcAft>
                <a:spcPts val="0"/>
              </a:spcAft>
              <a:buClr>
                <a:srgbClr val="FFFFFF"/>
              </a:buClr>
              <a:buSzPts val="3200"/>
              <a:buFont typeface="Play"/>
              <a:buNone/>
              <a:defRPr sz="1600">
                <a:solidFill>
                  <a:srgbClr val="FFFFFF"/>
                </a:solidFill>
              </a:defRPr>
            </a:lvl1pPr>
            <a:lvl2pPr marL="457200" lvl="1" indent="-185738" algn="l">
              <a:lnSpc>
                <a:spcPct val="100000"/>
              </a:lnSpc>
              <a:spcBef>
                <a:spcPts val="2950"/>
              </a:spcBef>
              <a:spcAft>
                <a:spcPts val="0"/>
              </a:spcAft>
              <a:buClr>
                <a:srgbClr val="000000"/>
              </a:buClr>
              <a:buSzPts val="2250"/>
              <a:buChar char="•"/>
              <a:defRPr/>
            </a:lvl2pPr>
            <a:lvl3pPr marL="685800" lvl="2" indent="-185738" algn="l">
              <a:lnSpc>
                <a:spcPct val="100000"/>
              </a:lnSpc>
              <a:spcBef>
                <a:spcPts val="2950"/>
              </a:spcBef>
              <a:spcAft>
                <a:spcPts val="0"/>
              </a:spcAft>
              <a:buClr>
                <a:srgbClr val="000000"/>
              </a:buClr>
              <a:buSzPts val="2250"/>
              <a:buChar char="•"/>
              <a:defRPr/>
            </a:lvl3pPr>
            <a:lvl4pPr marL="914400" lvl="3" indent="-185738" algn="l">
              <a:lnSpc>
                <a:spcPct val="100000"/>
              </a:lnSpc>
              <a:spcBef>
                <a:spcPts val="2950"/>
              </a:spcBef>
              <a:spcAft>
                <a:spcPts val="0"/>
              </a:spcAft>
              <a:buClr>
                <a:srgbClr val="000000"/>
              </a:buClr>
              <a:buSzPts val="2250"/>
              <a:buChar char="•"/>
              <a:defRPr/>
            </a:lvl4pPr>
            <a:lvl5pPr marL="1143000" lvl="4" indent="-185738" algn="l">
              <a:lnSpc>
                <a:spcPct val="100000"/>
              </a:lnSpc>
              <a:spcBef>
                <a:spcPts val="2950"/>
              </a:spcBef>
              <a:spcAft>
                <a:spcPts val="0"/>
              </a:spcAft>
              <a:buClr>
                <a:srgbClr val="000000"/>
              </a:buClr>
              <a:buSzPts val="2250"/>
              <a:buChar char="•"/>
              <a:defRPr/>
            </a:lvl5pPr>
            <a:lvl6pPr marL="1371600" lvl="5" indent="-185738" algn="l">
              <a:lnSpc>
                <a:spcPct val="100000"/>
              </a:lnSpc>
              <a:spcBef>
                <a:spcPts val="2950"/>
              </a:spcBef>
              <a:spcAft>
                <a:spcPts val="0"/>
              </a:spcAft>
              <a:buClr>
                <a:srgbClr val="000000"/>
              </a:buClr>
              <a:buSzPts val="2250"/>
              <a:buChar char="•"/>
              <a:defRPr/>
            </a:lvl6pPr>
            <a:lvl7pPr marL="1600200" lvl="6" indent="-185738" algn="l">
              <a:lnSpc>
                <a:spcPct val="100000"/>
              </a:lnSpc>
              <a:spcBef>
                <a:spcPts val="2950"/>
              </a:spcBef>
              <a:spcAft>
                <a:spcPts val="0"/>
              </a:spcAft>
              <a:buClr>
                <a:srgbClr val="000000"/>
              </a:buClr>
              <a:buSzPts val="2250"/>
              <a:buChar char="•"/>
              <a:defRPr/>
            </a:lvl7pPr>
            <a:lvl8pPr marL="1828800" lvl="7" indent="-185738" algn="l">
              <a:lnSpc>
                <a:spcPct val="100000"/>
              </a:lnSpc>
              <a:spcBef>
                <a:spcPts val="2950"/>
              </a:spcBef>
              <a:spcAft>
                <a:spcPts val="0"/>
              </a:spcAft>
              <a:buClr>
                <a:srgbClr val="000000"/>
              </a:buClr>
              <a:buSzPts val="2250"/>
              <a:buChar char="•"/>
              <a:defRPr/>
            </a:lvl8pPr>
            <a:lvl9pPr marL="2057400" lvl="8" indent="-185738" algn="l">
              <a:lnSpc>
                <a:spcPct val="100000"/>
              </a:lnSpc>
              <a:spcBef>
                <a:spcPts val="2950"/>
              </a:spcBef>
              <a:spcAft>
                <a:spcPts val="0"/>
              </a:spcAft>
              <a:buClr>
                <a:srgbClr val="000000"/>
              </a:buClr>
              <a:buSzPts val="2250"/>
              <a:buChar char="•"/>
              <a:defRPr/>
            </a:lvl9pPr>
          </a:lstStyle>
          <a:p>
            <a:endParaRPr/>
          </a:p>
        </p:txBody>
      </p:sp>
      <p:sp>
        <p:nvSpPr>
          <p:cNvPr id="11" name="Google Shape;11;p7"/>
          <p:cNvSpPr txBox="1">
            <a:spLocks noGrp="1"/>
          </p:cNvSpPr>
          <p:nvPr>
            <p:ph type="body" idx="2"/>
          </p:nvPr>
        </p:nvSpPr>
        <p:spPr>
          <a:xfrm>
            <a:off x="1773086" y="3897256"/>
            <a:ext cx="7428033" cy="1086049"/>
          </a:xfrm>
          <a:prstGeom prst="rect">
            <a:avLst/>
          </a:prstGeom>
          <a:noFill/>
          <a:ln>
            <a:noFill/>
          </a:ln>
        </p:spPr>
        <p:txBody>
          <a:bodyPr spcFirstLastPara="1" wrap="square" lIns="50800" tIns="50800" rIns="50800" bIns="50800" anchor="t" anchorCtr="0">
            <a:noAutofit/>
          </a:bodyPr>
          <a:lstStyle>
            <a:lvl1pPr marL="228600" lvl="0" indent="-114300" algn="l">
              <a:lnSpc>
                <a:spcPct val="70000"/>
              </a:lnSpc>
              <a:spcBef>
                <a:spcPts val="0"/>
              </a:spcBef>
              <a:spcAft>
                <a:spcPts val="0"/>
              </a:spcAft>
              <a:buClr>
                <a:srgbClr val="FFFFFF"/>
              </a:buClr>
              <a:buSzPts val="12600"/>
              <a:buFont typeface="Play"/>
              <a:buNone/>
              <a:defRPr sz="6300">
                <a:solidFill>
                  <a:srgbClr val="FFFFFF"/>
                </a:solidFill>
                <a:latin typeface="Play"/>
                <a:ea typeface="Play"/>
                <a:cs typeface="Play"/>
                <a:sym typeface="Play"/>
              </a:defRPr>
            </a:lvl1pPr>
            <a:lvl2pPr marL="457200" lvl="1" indent="-185738" algn="l">
              <a:lnSpc>
                <a:spcPct val="100000"/>
              </a:lnSpc>
              <a:spcBef>
                <a:spcPts val="2950"/>
              </a:spcBef>
              <a:spcAft>
                <a:spcPts val="0"/>
              </a:spcAft>
              <a:buClr>
                <a:srgbClr val="000000"/>
              </a:buClr>
              <a:buSzPts val="2250"/>
              <a:buChar char="•"/>
              <a:defRPr/>
            </a:lvl2pPr>
            <a:lvl3pPr marL="685800" lvl="2" indent="-185738" algn="l">
              <a:lnSpc>
                <a:spcPct val="100000"/>
              </a:lnSpc>
              <a:spcBef>
                <a:spcPts val="2950"/>
              </a:spcBef>
              <a:spcAft>
                <a:spcPts val="0"/>
              </a:spcAft>
              <a:buClr>
                <a:srgbClr val="000000"/>
              </a:buClr>
              <a:buSzPts val="2250"/>
              <a:buChar char="•"/>
              <a:defRPr/>
            </a:lvl3pPr>
            <a:lvl4pPr marL="914400" lvl="3" indent="-185738" algn="l">
              <a:lnSpc>
                <a:spcPct val="100000"/>
              </a:lnSpc>
              <a:spcBef>
                <a:spcPts val="2950"/>
              </a:spcBef>
              <a:spcAft>
                <a:spcPts val="0"/>
              </a:spcAft>
              <a:buClr>
                <a:srgbClr val="000000"/>
              </a:buClr>
              <a:buSzPts val="2250"/>
              <a:buChar char="•"/>
              <a:defRPr/>
            </a:lvl4pPr>
            <a:lvl5pPr marL="1143000" lvl="4" indent="-185738" algn="l">
              <a:lnSpc>
                <a:spcPct val="100000"/>
              </a:lnSpc>
              <a:spcBef>
                <a:spcPts val="2950"/>
              </a:spcBef>
              <a:spcAft>
                <a:spcPts val="0"/>
              </a:spcAft>
              <a:buClr>
                <a:srgbClr val="000000"/>
              </a:buClr>
              <a:buSzPts val="2250"/>
              <a:buChar char="•"/>
              <a:defRPr/>
            </a:lvl5pPr>
            <a:lvl6pPr marL="1371600" lvl="5" indent="-185738" algn="l">
              <a:lnSpc>
                <a:spcPct val="100000"/>
              </a:lnSpc>
              <a:spcBef>
                <a:spcPts val="2950"/>
              </a:spcBef>
              <a:spcAft>
                <a:spcPts val="0"/>
              </a:spcAft>
              <a:buClr>
                <a:srgbClr val="000000"/>
              </a:buClr>
              <a:buSzPts val="2250"/>
              <a:buChar char="•"/>
              <a:defRPr/>
            </a:lvl6pPr>
            <a:lvl7pPr marL="1600200" lvl="6" indent="-185738" algn="l">
              <a:lnSpc>
                <a:spcPct val="100000"/>
              </a:lnSpc>
              <a:spcBef>
                <a:spcPts val="2950"/>
              </a:spcBef>
              <a:spcAft>
                <a:spcPts val="0"/>
              </a:spcAft>
              <a:buClr>
                <a:srgbClr val="000000"/>
              </a:buClr>
              <a:buSzPts val="2250"/>
              <a:buChar char="•"/>
              <a:defRPr/>
            </a:lvl7pPr>
            <a:lvl8pPr marL="1828800" lvl="7" indent="-185738" algn="l">
              <a:lnSpc>
                <a:spcPct val="100000"/>
              </a:lnSpc>
              <a:spcBef>
                <a:spcPts val="2950"/>
              </a:spcBef>
              <a:spcAft>
                <a:spcPts val="0"/>
              </a:spcAft>
              <a:buClr>
                <a:srgbClr val="000000"/>
              </a:buClr>
              <a:buSzPts val="2250"/>
              <a:buChar char="•"/>
              <a:defRPr/>
            </a:lvl8pPr>
            <a:lvl9pPr marL="2057400" lvl="8" indent="-185738" algn="l">
              <a:lnSpc>
                <a:spcPct val="100000"/>
              </a:lnSpc>
              <a:spcBef>
                <a:spcPts val="2950"/>
              </a:spcBef>
              <a:spcAft>
                <a:spcPts val="0"/>
              </a:spcAft>
              <a:buClr>
                <a:srgbClr val="000000"/>
              </a:buClr>
              <a:buSzPts val="2250"/>
              <a:buChar char="•"/>
              <a:defRPr/>
            </a:lvl9pPr>
          </a:lstStyle>
          <a:p>
            <a:endParaRPr/>
          </a:p>
        </p:txBody>
      </p:sp>
      <p:grpSp>
        <p:nvGrpSpPr>
          <p:cNvPr id="12" name="Google Shape;12;p7"/>
          <p:cNvGrpSpPr/>
          <p:nvPr/>
        </p:nvGrpSpPr>
        <p:grpSpPr>
          <a:xfrm>
            <a:off x="-6341" y="22"/>
            <a:ext cx="8660702" cy="8660502"/>
            <a:chOff x="0" y="0"/>
            <a:chExt cx="17321403" cy="17321001"/>
          </a:xfrm>
        </p:grpSpPr>
        <p:pic>
          <p:nvPicPr>
            <p:cNvPr id="13" name="Google Shape;13;p7" descr="Image"/>
            <p:cNvPicPr preferRelativeResize="0"/>
            <p:nvPr/>
          </p:nvPicPr>
          <p:blipFill rotWithShape="1">
            <a:blip r:embed="rId2">
              <a:alphaModFix/>
            </a:blip>
            <a:srcRect/>
            <a:stretch/>
          </p:blipFill>
          <p:spPr>
            <a:xfrm>
              <a:off x="1911239" y="1910837"/>
              <a:ext cx="15410164" cy="15410164"/>
            </a:xfrm>
            <a:prstGeom prst="rect">
              <a:avLst/>
            </a:prstGeom>
            <a:noFill/>
            <a:ln>
              <a:noFill/>
            </a:ln>
          </p:spPr>
        </p:pic>
        <p:pic>
          <p:nvPicPr>
            <p:cNvPr id="14" name="Google Shape;14;p7" descr="Image"/>
            <p:cNvPicPr preferRelativeResize="0"/>
            <p:nvPr/>
          </p:nvPicPr>
          <p:blipFill rotWithShape="1">
            <a:blip r:embed="rId3">
              <a:alphaModFix/>
            </a:blip>
            <a:srcRect/>
            <a:stretch/>
          </p:blipFill>
          <p:spPr>
            <a:xfrm>
              <a:off x="0" y="0"/>
              <a:ext cx="1924665" cy="1924666"/>
            </a:xfrm>
            <a:prstGeom prst="rect">
              <a:avLst/>
            </a:prstGeom>
            <a:noFill/>
            <a:ln>
              <a:noFill/>
            </a:ln>
          </p:spPr>
        </p:pic>
      </p:grpSp>
      <p:pic>
        <p:nvPicPr>
          <p:cNvPr id="15" name="Google Shape;15;p7" descr="Image"/>
          <p:cNvPicPr preferRelativeResize="0"/>
          <p:nvPr/>
        </p:nvPicPr>
        <p:blipFill rotWithShape="1">
          <a:blip r:embed="rId4">
            <a:alphaModFix/>
          </a:blip>
          <a:srcRect/>
          <a:stretch/>
        </p:blipFill>
        <p:spPr>
          <a:xfrm>
            <a:off x="1854095" y="1800055"/>
            <a:ext cx="2032523" cy="1251227"/>
          </a:xfrm>
          <a:prstGeom prst="rect">
            <a:avLst/>
          </a:prstGeom>
          <a:noFill/>
          <a:ln>
            <a:noFill/>
          </a:ln>
        </p:spPr>
      </p:pic>
      <p:sp>
        <p:nvSpPr>
          <p:cNvPr id="16" name="Google Shape;16;p7"/>
          <p:cNvSpPr txBox="1">
            <a:spLocks noGrp="1"/>
          </p:cNvSpPr>
          <p:nvPr>
            <p:ph type="sldNum" idx="12"/>
          </p:nvPr>
        </p:nvSpPr>
        <p:spPr>
          <a:xfrm>
            <a:off x="11771853" y="6329308"/>
            <a:ext cx="281493" cy="600134"/>
          </a:xfrm>
          <a:prstGeom prst="rect">
            <a:avLst/>
          </a:prstGeom>
          <a:noFill/>
          <a:ln>
            <a:noFill/>
          </a:ln>
        </p:spPr>
        <p:txBody>
          <a:bodyPr spcFirstLastPara="1" wrap="square" lIns="91425" tIns="91425" rIns="91425" bIns="91425" anchor="ctr" anchorCtr="0">
            <a:spAutoFit/>
          </a:bodyPr>
          <a:lstStyle>
            <a:lvl1pPr marL="0" lvl="0" indent="0" algn="r">
              <a:lnSpc>
                <a:spcPct val="100000"/>
              </a:lnSpc>
              <a:spcBef>
                <a:spcPts val="0"/>
              </a:spcBef>
              <a:spcAft>
                <a:spcPts val="0"/>
              </a:spcAft>
              <a:buClr>
                <a:srgbClr val="FFFFFF"/>
              </a:buClr>
              <a:buSzPts val="1800"/>
              <a:buFont typeface="Play"/>
              <a:buNone/>
              <a:defRPr sz="900">
                <a:solidFill>
                  <a:srgbClr val="FFFFFF"/>
                </a:solidFill>
                <a:latin typeface="Play"/>
                <a:ea typeface="Play"/>
                <a:cs typeface="Play"/>
                <a:sym typeface="Play"/>
              </a:defRPr>
            </a:lvl1pPr>
            <a:lvl2pPr marL="0" lvl="1" indent="0" algn="r">
              <a:lnSpc>
                <a:spcPct val="100000"/>
              </a:lnSpc>
              <a:spcBef>
                <a:spcPts val="0"/>
              </a:spcBef>
              <a:spcAft>
                <a:spcPts val="0"/>
              </a:spcAft>
              <a:buClr>
                <a:srgbClr val="FFFFFF"/>
              </a:buClr>
              <a:buSzPts val="1800"/>
              <a:buFont typeface="Play"/>
              <a:buNone/>
              <a:defRPr sz="900">
                <a:solidFill>
                  <a:srgbClr val="FFFFFF"/>
                </a:solidFill>
                <a:latin typeface="Play"/>
                <a:ea typeface="Play"/>
                <a:cs typeface="Play"/>
                <a:sym typeface="Play"/>
              </a:defRPr>
            </a:lvl2pPr>
            <a:lvl3pPr marL="0" lvl="2" indent="0" algn="r">
              <a:lnSpc>
                <a:spcPct val="100000"/>
              </a:lnSpc>
              <a:spcBef>
                <a:spcPts val="0"/>
              </a:spcBef>
              <a:spcAft>
                <a:spcPts val="0"/>
              </a:spcAft>
              <a:buClr>
                <a:srgbClr val="FFFFFF"/>
              </a:buClr>
              <a:buSzPts val="1800"/>
              <a:buFont typeface="Play"/>
              <a:buNone/>
              <a:defRPr sz="900">
                <a:solidFill>
                  <a:srgbClr val="FFFFFF"/>
                </a:solidFill>
                <a:latin typeface="Play"/>
                <a:ea typeface="Play"/>
                <a:cs typeface="Play"/>
                <a:sym typeface="Play"/>
              </a:defRPr>
            </a:lvl3pPr>
            <a:lvl4pPr marL="0" lvl="3" indent="0" algn="r">
              <a:lnSpc>
                <a:spcPct val="100000"/>
              </a:lnSpc>
              <a:spcBef>
                <a:spcPts val="0"/>
              </a:spcBef>
              <a:spcAft>
                <a:spcPts val="0"/>
              </a:spcAft>
              <a:buClr>
                <a:srgbClr val="FFFFFF"/>
              </a:buClr>
              <a:buSzPts val="1800"/>
              <a:buFont typeface="Play"/>
              <a:buNone/>
              <a:defRPr sz="900">
                <a:solidFill>
                  <a:srgbClr val="FFFFFF"/>
                </a:solidFill>
                <a:latin typeface="Play"/>
                <a:ea typeface="Play"/>
                <a:cs typeface="Play"/>
                <a:sym typeface="Play"/>
              </a:defRPr>
            </a:lvl4pPr>
            <a:lvl5pPr marL="0" lvl="4" indent="0" algn="r">
              <a:lnSpc>
                <a:spcPct val="100000"/>
              </a:lnSpc>
              <a:spcBef>
                <a:spcPts val="0"/>
              </a:spcBef>
              <a:spcAft>
                <a:spcPts val="0"/>
              </a:spcAft>
              <a:buClr>
                <a:srgbClr val="FFFFFF"/>
              </a:buClr>
              <a:buSzPts val="1800"/>
              <a:buFont typeface="Play"/>
              <a:buNone/>
              <a:defRPr sz="900">
                <a:solidFill>
                  <a:srgbClr val="FFFFFF"/>
                </a:solidFill>
                <a:latin typeface="Play"/>
                <a:ea typeface="Play"/>
                <a:cs typeface="Play"/>
                <a:sym typeface="Play"/>
              </a:defRPr>
            </a:lvl5pPr>
            <a:lvl6pPr marL="0" lvl="5" indent="0" algn="r">
              <a:lnSpc>
                <a:spcPct val="100000"/>
              </a:lnSpc>
              <a:spcBef>
                <a:spcPts val="0"/>
              </a:spcBef>
              <a:spcAft>
                <a:spcPts val="0"/>
              </a:spcAft>
              <a:buClr>
                <a:srgbClr val="FFFFFF"/>
              </a:buClr>
              <a:buSzPts val="1800"/>
              <a:buFont typeface="Play"/>
              <a:buNone/>
              <a:defRPr sz="900">
                <a:solidFill>
                  <a:srgbClr val="FFFFFF"/>
                </a:solidFill>
                <a:latin typeface="Play"/>
                <a:ea typeface="Play"/>
                <a:cs typeface="Play"/>
                <a:sym typeface="Play"/>
              </a:defRPr>
            </a:lvl6pPr>
            <a:lvl7pPr marL="0" lvl="6" indent="0" algn="r">
              <a:lnSpc>
                <a:spcPct val="100000"/>
              </a:lnSpc>
              <a:spcBef>
                <a:spcPts val="0"/>
              </a:spcBef>
              <a:spcAft>
                <a:spcPts val="0"/>
              </a:spcAft>
              <a:buClr>
                <a:srgbClr val="FFFFFF"/>
              </a:buClr>
              <a:buSzPts val="1800"/>
              <a:buFont typeface="Play"/>
              <a:buNone/>
              <a:defRPr sz="900">
                <a:solidFill>
                  <a:srgbClr val="FFFFFF"/>
                </a:solidFill>
                <a:latin typeface="Play"/>
                <a:ea typeface="Play"/>
                <a:cs typeface="Play"/>
                <a:sym typeface="Play"/>
              </a:defRPr>
            </a:lvl7pPr>
            <a:lvl8pPr marL="0" lvl="7" indent="0" algn="r">
              <a:lnSpc>
                <a:spcPct val="100000"/>
              </a:lnSpc>
              <a:spcBef>
                <a:spcPts val="0"/>
              </a:spcBef>
              <a:spcAft>
                <a:spcPts val="0"/>
              </a:spcAft>
              <a:buClr>
                <a:srgbClr val="FFFFFF"/>
              </a:buClr>
              <a:buSzPts val="1800"/>
              <a:buFont typeface="Play"/>
              <a:buNone/>
              <a:defRPr sz="900">
                <a:solidFill>
                  <a:srgbClr val="FFFFFF"/>
                </a:solidFill>
                <a:latin typeface="Play"/>
                <a:ea typeface="Play"/>
                <a:cs typeface="Play"/>
                <a:sym typeface="Play"/>
              </a:defRPr>
            </a:lvl8pPr>
            <a:lvl9pPr marL="0" lvl="8" indent="0" algn="r">
              <a:lnSpc>
                <a:spcPct val="100000"/>
              </a:lnSpc>
              <a:spcBef>
                <a:spcPts val="0"/>
              </a:spcBef>
              <a:spcAft>
                <a:spcPts val="0"/>
              </a:spcAft>
              <a:buClr>
                <a:srgbClr val="FFFFFF"/>
              </a:buClr>
              <a:buSzPts val="1800"/>
              <a:buFont typeface="Play"/>
              <a:buNone/>
              <a:defRPr sz="900">
                <a:solidFill>
                  <a:srgbClr val="FFFFFF"/>
                </a:solidFill>
                <a:latin typeface="Play"/>
                <a:ea typeface="Play"/>
                <a:cs typeface="Play"/>
                <a:sym typeface="Play"/>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4615122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Normal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CBE35-7284-41BD-A052-C38A3C9C757B}"/>
              </a:ext>
            </a:extLst>
          </p:cNvPr>
          <p:cNvSpPr>
            <a:spLocks noGrp="1"/>
          </p:cNvSpPr>
          <p:nvPr>
            <p:ph type="title"/>
          </p:nvPr>
        </p:nvSpPr>
        <p:spPr>
          <a:xfrm>
            <a:off x="431800" y="118268"/>
            <a:ext cx="10515600" cy="1325563"/>
          </a:xfrm>
        </p:spPr>
        <p:txBody>
          <a:bodyPr>
            <a:normAutofit/>
          </a:bodyPr>
          <a:lstStyle>
            <a:lvl1pPr>
              <a:defRPr sz="3600">
                <a:latin typeface="IntelOne Display Light" panose="020B0403020203020204" pitchFamily="34" charset="0"/>
              </a:defRPr>
            </a:lvl1pPr>
          </a:lstStyle>
          <a:p>
            <a:r>
              <a:rPr lang="en-US"/>
              <a:t>Click to edit Master title style</a:t>
            </a:r>
          </a:p>
        </p:txBody>
      </p:sp>
      <p:sp>
        <p:nvSpPr>
          <p:cNvPr id="4" name="Text Placeholder 3">
            <a:extLst>
              <a:ext uri="{FF2B5EF4-FFF2-40B4-BE49-F238E27FC236}">
                <a16:creationId xmlns:a16="http://schemas.microsoft.com/office/drawing/2014/main" id="{62573FF1-8380-4CA6-94C0-5C13DD3EEDB1}"/>
              </a:ext>
            </a:extLst>
          </p:cNvPr>
          <p:cNvSpPr>
            <a:spLocks noGrp="1"/>
          </p:cNvSpPr>
          <p:nvPr>
            <p:ph type="body" sz="quarter" idx="13"/>
          </p:nvPr>
        </p:nvSpPr>
        <p:spPr>
          <a:xfrm>
            <a:off x="431799" y="1443831"/>
            <a:ext cx="10515600" cy="3998912"/>
          </a:xfrm>
        </p:spPr>
        <p:txBody>
          <a:bodyPr>
            <a:normAutofit/>
          </a:bodyPr>
          <a:lstStyle>
            <a:lvl1pPr marL="0" indent="0">
              <a:buClrTx/>
              <a:buFont typeface="Arial" panose="020B0604020202020204" pitchFamily="34" charset="0"/>
              <a:buNone/>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1pPr>
            <a:lvl2pPr marL="803275" indent="-346075">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2pPr>
            <a:lvl3pPr marL="11430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3pPr>
            <a:lvl4pPr marL="16002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4pPr>
            <a:lvl5pPr marL="20574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81327F7B-5D69-4D60-B426-5AB8111F7B61}"/>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394BEC9C-8ADD-401E-860A-FC414480A6ED}"/>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2" name="Picture 11">
            <a:extLst>
              <a:ext uri="{FF2B5EF4-FFF2-40B4-BE49-F238E27FC236}">
                <a16:creationId xmlns:a16="http://schemas.microsoft.com/office/drawing/2014/main" id="{5DCCD2C6-79CC-485E-8D48-7E59D23DD5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
        <p:nvSpPr>
          <p:cNvPr id="13" name="Rectangle 12">
            <a:extLst>
              <a:ext uri="{FF2B5EF4-FFF2-40B4-BE49-F238E27FC236}">
                <a16:creationId xmlns:a16="http://schemas.microsoft.com/office/drawing/2014/main" id="{F4EC1346-44EE-40B5-8AF9-721E65E8EBB3}"/>
              </a:ext>
            </a:extLst>
          </p:cNvPr>
          <p:cNvSpPr/>
          <p:nvPr userDrawn="1"/>
        </p:nvSpPr>
        <p:spPr>
          <a:xfrm>
            <a:off x="11734801" y="6393067"/>
            <a:ext cx="457199" cy="464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4">
            <a:extLst>
              <a:ext uri="{FF2B5EF4-FFF2-40B4-BE49-F238E27FC236}">
                <a16:creationId xmlns:a16="http://schemas.microsoft.com/office/drawing/2014/main" id="{288DE5C8-3F15-477B-923C-9752FAF8DDB3}"/>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a:p>
        </p:txBody>
      </p:sp>
    </p:spTree>
    <p:extLst>
      <p:ext uri="{BB962C8B-B14F-4D97-AF65-F5344CB8AC3E}">
        <p14:creationId xmlns:p14="http://schemas.microsoft.com/office/powerpoint/2010/main" val="2607383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Section Break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D06A29-BBC6-494F-A59E-2D0B4F30B9A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174"/>
            <a:ext cx="12202447" cy="6861174"/>
          </a:xfrm>
          <a:prstGeom prst="rect">
            <a:avLst/>
          </a:prstGeom>
        </p:spPr>
      </p:pic>
      <p:sp>
        <p:nvSpPr>
          <p:cNvPr id="12" name="Title 11">
            <a:extLst>
              <a:ext uri="{FF2B5EF4-FFF2-40B4-BE49-F238E27FC236}">
                <a16:creationId xmlns:a16="http://schemas.microsoft.com/office/drawing/2014/main" id="{626255CE-0D5B-412F-B73D-2326DF86CCBE}"/>
              </a:ext>
            </a:extLst>
          </p:cNvPr>
          <p:cNvSpPr>
            <a:spLocks noGrp="1"/>
          </p:cNvSpPr>
          <p:nvPr>
            <p:ph type="title"/>
          </p:nvPr>
        </p:nvSpPr>
        <p:spPr>
          <a:xfrm>
            <a:off x="1833785" y="1743334"/>
            <a:ext cx="8781661" cy="1874852"/>
          </a:xfrm>
        </p:spPr>
        <p:txBody>
          <a:bodyPr>
            <a:normAutofit/>
          </a:bodyPr>
          <a:lstStyle>
            <a:lvl1pPr>
              <a:defRPr sz="6000">
                <a:latin typeface="IntelOne Display Light" panose="020B0403020203020204" pitchFamily="34" charset="0"/>
              </a:defRPr>
            </a:lvl1pPr>
          </a:lstStyle>
          <a:p>
            <a:r>
              <a:rPr lang="en-US"/>
              <a:t>Click to edit Master title style</a:t>
            </a:r>
          </a:p>
        </p:txBody>
      </p:sp>
      <p:sp>
        <p:nvSpPr>
          <p:cNvPr id="15" name="Text Placeholder 14">
            <a:extLst>
              <a:ext uri="{FF2B5EF4-FFF2-40B4-BE49-F238E27FC236}">
                <a16:creationId xmlns:a16="http://schemas.microsoft.com/office/drawing/2014/main" id="{C5FB3502-A6DE-4A32-8CF9-3A20486907D4}"/>
              </a:ext>
            </a:extLst>
          </p:cNvPr>
          <p:cNvSpPr>
            <a:spLocks noGrp="1"/>
          </p:cNvSpPr>
          <p:nvPr>
            <p:ph type="body" sz="quarter" idx="13"/>
          </p:nvPr>
        </p:nvSpPr>
        <p:spPr>
          <a:xfrm>
            <a:off x="1833563" y="3710273"/>
            <a:ext cx="5176837" cy="649287"/>
          </a:xfrm>
        </p:spPr>
        <p:txBody>
          <a:bodyPr>
            <a:normAutofit/>
          </a:bodyPr>
          <a:lstStyle>
            <a:lvl1pPr marL="0" indent="0">
              <a:buNone/>
              <a:defRPr sz="2400">
                <a:latin typeface="IntelOne Display Light" panose="020B0403020203020204" pitchFamily="34" charset="0"/>
              </a:defRPr>
            </a:lvl1pPr>
          </a:lstStyle>
          <a:p>
            <a:pPr lvl="0"/>
            <a:r>
              <a:rPr lang="en-US"/>
              <a:t>Click to edit Master text styles</a:t>
            </a:r>
          </a:p>
        </p:txBody>
      </p:sp>
    </p:spTree>
    <p:extLst>
      <p:ext uri="{BB962C8B-B14F-4D97-AF65-F5344CB8AC3E}">
        <p14:creationId xmlns:p14="http://schemas.microsoft.com/office/powerpoint/2010/main" val="335622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Full page photo">
  <p:cSld name="Full page photo">
    <p:spTree>
      <p:nvGrpSpPr>
        <p:cNvPr id="1" name="Shape 148"/>
        <p:cNvGrpSpPr/>
        <p:nvPr/>
      </p:nvGrpSpPr>
      <p:grpSpPr>
        <a:xfrm>
          <a:off x="0" y="0"/>
          <a:ext cx="0" cy="0"/>
          <a:chOff x="0" y="0"/>
          <a:chExt cx="0" cy="0"/>
        </a:xfrm>
      </p:grpSpPr>
      <p:sp>
        <p:nvSpPr>
          <p:cNvPr id="149" name="Google Shape;149;p29"/>
          <p:cNvSpPr>
            <a:spLocks noGrp="1"/>
          </p:cNvSpPr>
          <p:nvPr>
            <p:ph type="pic" idx="2"/>
          </p:nvPr>
        </p:nvSpPr>
        <p:spPr>
          <a:xfrm>
            <a:off x="0" y="0"/>
            <a:ext cx="11734800" cy="6400799"/>
          </a:xfrm>
          <a:prstGeom prst="rect">
            <a:avLst/>
          </a:prstGeom>
          <a:noFill/>
          <a:ln>
            <a:noFill/>
          </a:ln>
        </p:spPr>
      </p:sp>
    </p:spTree>
    <p:extLst>
      <p:ext uri="{BB962C8B-B14F-4D97-AF65-F5344CB8AC3E}">
        <p14:creationId xmlns:p14="http://schemas.microsoft.com/office/powerpoint/2010/main" val="173645125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Normal Page">
  <p:cSld name="1_Normal Page">
    <p:spTree>
      <p:nvGrpSpPr>
        <p:cNvPr id="1" name="Shape 409"/>
        <p:cNvGrpSpPr/>
        <p:nvPr/>
      </p:nvGrpSpPr>
      <p:grpSpPr>
        <a:xfrm>
          <a:off x="0" y="0"/>
          <a:ext cx="0" cy="0"/>
          <a:chOff x="0" y="0"/>
          <a:chExt cx="0" cy="0"/>
        </a:xfrm>
      </p:grpSpPr>
      <p:sp>
        <p:nvSpPr>
          <p:cNvPr id="410" name="Google Shape;410;p31"/>
          <p:cNvSpPr txBox="1">
            <a:spLocks noGrp="1"/>
          </p:cNvSpPr>
          <p:nvPr>
            <p:ph type="title"/>
          </p:nvPr>
        </p:nvSpPr>
        <p:spPr>
          <a:xfrm>
            <a:off x="487217" y="55362"/>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Play"/>
              <a:buNone/>
              <a:defRPr sz="36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1" name="Google Shape;411;p31"/>
          <p:cNvSpPr txBox="1">
            <a:spLocks noGrp="1"/>
          </p:cNvSpPr>
          <p:nvPr>
            <p:ph type="body" idx="1"/>
          </p:nvPr>
        </p:nvSpPr>
        <p:spPr>
          <a:xfrm>
            <a:off x="487217" y="1380925"/>
            <a:ext cx="10515600" cy="399891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800"/>
              <a:buFont typeface="Arial"/>
              <a:buNone/>
              <a:defRPr sz="2800">
                <a:solidFill>
                  <a:schemeClr val="dk1"/>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2pPr>
            <a:lvl3pPr marL="1371600" lvl="2"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3pPr>
            <a:lvl4pPr marL="1828800" lvl="3"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4pPr>
            <a:lvl5pPr marL="2286000" lvl="4"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2" name="Google Shape;412;p31"/>
          <p:cNvSpPr/>
          <p:nvPr/>
        </p:nvSpPr>
        <p:spPr>
          <a:xfrm>
            <a:off x="0" y="6400800"/>
            <a:ext cx="11734800" cy="457200"/>
          </a:xfrm>
          <a:prstGeom prst="rect">
            <a:avLst/>
          </a:prstGeom>
          <a:solidFill>
            <a:srgbClr val="F2F2F2"/>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chemeClr val="dk1"/>
              </a:buClr>
              <a:buSzPts val="3200"/>
              <a:buFont typeface="Calibri"/>
              <a:buNone/>
            </a:pPr>
            <a:endParaRPr sz="3200" b="0" i="0" u="none" strike="noStrike" cap="none">
              <a:solidFill>
                <a:srgbClr val="FFFFFF"/>
              </a:solidFill>
              <a:latin typeface="Calibri"/>
              <a:ea typeface="Calibri"/>
              <a:cs typeface="Calibri"/>
              <a:sym typeface="Calibri"/>
            </a:endParaRPr>
          </a:p>
        </p:txBody>
      </p:sp>
      <p:sp>
        <p:nvSpPr>
          <p:cNvPr id="413" name="Google Shape;413;p31"/>
          <p:cNvSpPr/>
          <p:nvPr/>
        </p:nvSpPr>
        <p:spPr>
          <a:xfrm>
            <a:off x="11734800" y="0"/>
            <a:ext cx="457200" cy="6400800"/>
          </a:xfrm>
          <a:prstGeom prst="rect">
            <a:avLst/>
          </a:prstGeom>
          <a:solidFill>
            <a:srgbClr val="F2F2F2"/>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chemeClr val="dk1"/>
              </a:buClr>
              <a:buSzPts val="3200"/>
              <a:buFont typeface="Calibri"/>
              <a:buNone/>
            </a:pPr>
            <a:endParaRPr sz="3200" b="0" i="0" u="none" strike="noStrike" cap="none">
              <a:solidFill>
                <a:srgbClr val="FFFFFF"/>
              </a:solidFill>
              <a:latin typeface="Calibri"/>
              <a:ea typeface="Calibri"/>
              <a:cs typeface="Calibri"/>
              <a:sym typeface="Calibri"/>
            </a:endParaRPr>
          </a:p>
        </p:txBody>
      </p:sp>
      <p:pic>
        <p:nvPicPr>
          <p:cNvPr id="414" name="Google Shape;414;p31"/>
          <p:cNvPicPr preferRelativeResize="0"/>
          <p:nvPr/>
        </p:nvPicPr>
        <p:blipFill rotWithShape="1">
          <a:blip r:embed="rId2">
            <a:alphaModFix/>
          </a:blip>
          <a:srcRect/>
          <a:stretch/>
        </p:blipFill>
        <p:spPr>
          <a:xfrm>
            <a:off x="10579394" y="6487319"/>
            <a:ext cx="1080977" cy="290623"/>
          </a:xfrm>
          <a:prstGeom prst="rect">
            <a:avLst/>
          </a:prstGeom>
          <a:noFill/>
          <a:ln>
            <a:noFill/>
          </a:ln>
        </p:spPr>
      </p:pic>
      <p:sp>
        <p:nvSpPr>
          <p:cNvPr id="415" name="Google Shape;415;p31"/>
          <p:cNvSpPr/>
          <p:nvPr/>
        </p:nvSpPr>
        <p:spPr>
          <a:xfrm>
            <a:off x="11734801" y="6393067"/>
            <a:ext cx="457199" cy="46493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6" name="Google Shape;416;p31"/>
          <p:cNvSpPr txBox="1">
            <a:spLocks noGrp="1"/>
          </p:cNvSpPr>
          <p:nvPr>
            <p:ph type="sldNum" idx="12"/>
          </p:nvPr>
        </p:nvSpPr>
        <p:spPr>
          <a:xfrm>
            <a:off x="11725564" y="6495398"/>
            <a:ext cx="457200" cy="360363"/>
          </a:xfrm>
          <a:prstGeom prst="rect">
            <a:avLst/>
          </a:prstGeom>
          <a:noFill/>
          <a:ln>
            <a:noFill/>
          </a:ln>
        </p:spPr>
        <p:txBody>
          <a:bodyPr spcFirstLastPara="1" wrap="square" lIns="91425" tIns="45700" rIns="91425" bIns="45700" anchor="t" anchorCtr="0">
            <a:noAutofit/>
          </a:bodyPr>
          <a:lstStyle>
            <a:lvl1pPr marL="0" lvl="0" indent="0" algn="ctr">
              <a:spcBef>
                <a:spcPts val="0"/>
              </a:spcBef>
              <a:buNone/>
              <a:defRPr sz="1000">
                <a:solidFill>
                  <a:schemeClr val="dk1"/>
                </a:solidFill>
                <a:latin typeface="Play"/>
                <a:ea typeface="Play"/>
                <a:cs typeface="Play"/>
                <a:sym typeface="Play"/>
              </a:defRPr>
            </a:lvl1pPr>
            <a:lvl2pPr marL="0" lvl="1" indent="0" algn="ctr">
              <a:spcBef>
                <a:spcPts val="0"/>
              </a:spcBef>
              <a:buNone/>
              <a:defRPr sz="1000">
                <a:solidFill>
                  <a:schemeClr val="dk1"/>
                </a:solidFill>
                <a:latin typeface="Play"/>
                <a:ea typeface="Play"/>
                <a:cs typeface="Play"/>
                <a:sym typeface="Play"/>
              </a:defRPr>
            </a:lvl2pPr>
            <a:lvl3pPr marL="0" lvl="2" indent="0" algn="ctr">
              <a:spcBef>
                <a:spcPts val="0"/>
              </a:spcBef>
              <a:buNone/>
              <a:defRPr sz="1000">
                <a:solidFill>
                  <a:schemeClr val="dk1"/>
                </a:solidFill>
                <a:latin typeface="Play"/>
                <a:ea typeface="Play"/>
                <a:cs typeface="Play"/>
                <a:sym typeface="Play"/>
              </a:defRPr>
            </a:lvl3pPr>
            <a:lvl4pPr marL="0" lvl="3" indent="0" algn="ctr">
              <a:spcBef>
                <a:spcPts val="0"/>
              </a:spcBef>
              <a:buNone/>
              <a:defRPr sz="1000">
                <a:solidFill>
                  <a:schemeClr val="dk1"/>
                </a:solidFill>
                <a:latin typeface="Play"/>
                <a:ea typeface="Play"/>
                <a:cs typeface="Play"/>
                <a:sym typeface="Play"/>
              </a:defRPr>
            </a:lvl4pPr>
            <a:lvl5pPr marL="0" lvl="4" indent="0" algn="ctr">
              <a:spcBef>
                <a:spcPts val="0"/>
              </a:spcBef>
              <a:buNone/>
              <a:defRPr sz="1000">
                <a:solidFill>
                  <a:schemeClr val="dk1"/>
                </a:solidFill>
                <a:latin typeface="Play"/>
                <a:ea typeface="Play"/>
                <a:cs typeface="Play"/>
                <a:sym typeface="Play"/>
              </a:defRPr>
            </a:lvl5pPr>
            <a:lvl6pPr marL="0" lvl="5" indent="0" algn="ctr">
              <a:spcBef>
                <a:spcPts val="0"/>
              </a:spcBef>
              <a:buNone/>
              <a:defRPr sz="1000">
                <a:solidFill>
                  <a:schemeClr val="dk1"/>
                </a:solidFill>
                <a:latin typeface="Play"/>
                <a:ea typeface="Play"/>
                <a:cs typeface="Play"/>
                <a:sym typeface="Play"/>
              </a:defRPr>
            </a:lvl6pPr>
            <a:lvl7pPr marL="0" lvl="6" indent="0" algn="ctr">
              <a:spcBef>
                <a:spcPts val="0"/>
              </a:spcBef>
              <a:buNone/>
              <a:defRPr sz="1000">
                <a:solidFill>
                  <a:schemeClr val="dk1"/>
                </a:solidFill>
                <a:latin typeface="Play"/>
                <a:ea typeface="Play"/>
                <a:cs typeface="Play"/>
                <a:sym typeface="Play"/>
              </a:defRPr>
            </a:lvl7pPr>
            <a:lvl8pPr marL="0" lvl="7" indent="0" algn="ctr">
              <a:spcBef>
                <a:spcPts val="0"/>
              </a:spcBef>
              <a:buNone/>
              <a:defRPr sz="1000">
                <a:solidFill>
                  <a:schemeClr val="dk1"/>
                </a:solidFill>
                <a:latin typeface="Play"/>
                <a:ea typeface="Play"/>
                <a:cs typeface="Play"/>
                <a:sym typeface="Play"/>
              </a:defRPr>
            </a:lvl8pPr>
            <a:lvl9pPr marL="0" lvl="8" indent="0" algn="ctr">
              <a:spcBef>
                <a:spcPts val="0"/>
              </a:spcBef>
              <a:buNone/>
              <a:defRPr sz="1000">
                <a:solidFill>
                  <a:schemeClr val="dk1"/>
                </a:solidFill>
                <a:latin typeface="Play"/>
                <a:ea typeface="Play"/>
                <a:cs typeface="Play"/>
                <a:sym typeface="Play"/>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6710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Normal Pag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1327F7B-5D69-4D60-B426-5AB8111F7B61}"/>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394BEC9C-8ADD-401E-860A-FC414480A6ED}"/>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2" name="Picture 11">
            <a:extLst>
              <a:ext uri="{FF2B5EF4-FFF2-40B4-BE49-F238E27FC236}">
                <a16:creationId xmlns:a16="http://schemas.microsoft.com/office/drawing/2014/main" id="{5DCCD2C6-79CC-485E-8D48-7E59D23DD5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
        <p:nvSpPr>
          <p:cNvPr id="13" name="Rectangle 12">
            <a:extLst>
              <a:ext uri="{FF2B5EF4-FFF2-40B4-BE49-F238E27FC236}">
                <a16:creationId xmlns:a16="http://schemas.microsoft.com/office/drawing/2014/main" id="{F4EC1346-44EE-40B5-8AF9-721E65E8EBB3}"/>
              </a:ext>
            </a:extLst>
          </p:cNvPr>
          <p:cNvSpPr/>
          <p:nvPr userDrawn="1"/>
        </p:nvSpPr>
        <p:spPr>
          <a:xfrm>
            <a:off x="11734801" y="6393067"/>
            <a:ext cx="457199" cy="464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4">
            <a:extLst>
              <a:ext uri="{FF2B5EF4-FFF2-40B4-BE49-F238E27FC236}">
                <a16:creationId xmlns:a16="http://schemas.microsoft.com/office/drawing/2014/main" id="{288DE5C8-3F15-477B-923C-9752FAF8DDB3}"/>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a:p>
        </p:txBody>
      </p:sp>
    </p:spTree>
    <p:extLst>
      <p:ext uri="{BB962C8B-B14F-4D97-AF65-F5344CB8AC3E}">
        <p14:creationId xmlns:p14="http://schemas.microsoft.com/office/powerpoint/2010/main" val="2800222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Content Slide 4 copy" type="tx">
  <p:cSld name="Content Slide 4 copy">
    <p:spTree>
      <p:nvGrpSpPr>
        <p:cNvPr id="1" name="Shape 17"/>
        <p:cNvGrpSpPr/>
        <p:nvPr/>
      </p:nvGrpSpPr>
      <p:grpSpPr>
        <a:xfrm>
          <a:off x="0" y="0"/>
          <a:ext cx="0" cy="0"/>
          <a:chOff x="0" y="0"/>
          <a:chExt cx="0" cy="0"/>
        </a:xfrm>
      </p:grpSpPr>
      <p:sp>
        <p:nvSpPr>
          <p:cNvPr id="18" name="Google Shape;18;p8"/>
          <p:cNvSpPr/>
          <p:nvPr/>
        </p:nvSpPr>
        <p:spPr>
          <a:xfrm>
            <a:off x="11750073" y="-5406"/>
            <a:ext cx="438151" cy="6429217"/>
          </a:xfrm>
          <a:prstGeom prst="rect">
            <a:avLst/>
          </a:prstGeom>
          <a:solidFill>
            <a:srgbClr val="E9E9E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000"/>
              <a:buFont typeface="Helvetica Neue"/>
              <a:buNone/>
            </a:pPr>
            <a:endParaRPr sz="1500" b="1" i="0" u="none" strike="noStrike" cap="none">
              <a:solidFill>
                <a:srgbClr val="000000"/>
              </a:solidFill>
              <a:latin typeface="Play"/>
              <a:ea typeface="Play"/>
              <a:cs typeface="Play"/>
              <a:sym typeface="Play"/>
            </a:endParaRPr>
          </a:p>
        </p:txBody>
      </p:sp>
      <p:sp>
        <p:nvSpPr>
          <p:cNvPr id="19" name="Google Shape;19;p8"/>
          <p:cNvSpPr/>
          <p:nvPr/>
        </p:nvSpPr>
        <p:spPr>
          <a:xfrm rot="5400000">
            <a:off x="5660355" y="766299"/>
            <a:ext cx="438151" cy="11753431"/>
          </a:xfrm>
          <a:prstGeom prst="rect">
            <a:avLst/>
          </a:prstGeom>
          <a:solidFill>
            <a:srgbClr val="E9E9E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000"/>
              <a:buFont typeface="Helvetica Neue"/>
              <a:buNone/>
            </a:pPr>
            <a:endParaRPr sz="1500" b="1" i="0" u="none" strike="noStrike" cap="none">
              <a:solidFill>
                <a:srgbClr val="000000"/>
              </a:solidFill>
              <a:latin typeface="Play"/>
              <a:ea typeface="Play"/>
              <a:cs typeface="Play"/>
              <a:sym typeface="Play"/>
            </a:endParaRPr>
          </a:p>
        </p:txBody>
      </p:sp>
      <p:cxnSp>
        <p:nvCxnSpPr>
          <p:cNvPr id="20" name="Google Shape;20;p8"/>
          <p:cNvCxnSpPr/>
          <p:nvPr/>
        </p:nvCxnSpPr>
        <p:spPr>
          <a:xfrm rot="10800000">
            <a:off x="388358" y="329449"/>
            <a:ext cx="3761390" cy="1"/>
          </a:xfrm>
          <a:prstGeom prst="straightConnector1">
            <a:avLst/>
          </a:prstGeom>
          <a:noFill/>
          <a:ln w="12700" cap="flat" cmpd="sng">
            <a:solidFill>
              <a:srgbClr val="A5A5A5"/>
            </a:solidFill>
            <a:prstDash val="solid"/>
            <a:miter lim="8000"/>
            <a:headEnd type="none" w="sm" len="sm"/>
            <a:tailEnd type="none" w="sm" len="sm"/>
          </a:ln>
        </p:spPr>
      </p:cxnSp>
      <p:sp>
        <p:nvSpPr>
          <p:cNvPr id="21" name="Google Shape;21;p8"/>
          <p:cNvSpPr txBox="1">
            <a:spLocks noGrp="1"/>
          </p:cNvSpPr>
          <p:nvPr>
            <p:ph type="body" idx="1"/>
          </p:nvPr>
        </p:nvSpPr>
        <p:spPr>
          <a:xfrm>
            <a:off x="367358" y="445135"/>
            <a:ext cx="4001657" cy="250325"/>
          </a:xfrm>
          <a:prstGeom prst="rect">
            <a:avLst/>
          </a:prstGeom>
          <a:noFill/>
          <a:ln>
            <a:noFill/>
          </a:ln>
        </p:spPr>
        <p:txBody>
          <a:bodyPr spcFirstLastPara="1" wrap="square" lIns="50800" tIns="50800" rIns="50800" bIns="50800" anchor="t" anchorCtr="0">
            <a:spAutoFit/>
          </a:bodyPr>
          <a:lstStyle>
            <a:lvl1pPr marL="228600" lvl="0" indent="-114300" algn="l">
              <a:lnSpc>
                <a:spcPct val="80000"/>
              </a:lnSpc>
              <a:spcBef>
                <a:spcPts val="0"/>
              </a:spcBef>
              <a:spcAft>
                <a:spcPts val="0"/>
              </a:spcAft>
              <a:buClr>
                <a:srgbClr val="0D295C"/>
              </a:buClr>
              <a:buSzPts val="2400"/>
              <a:buFont typeface="Play"/>
              <a:buNone/>
              <a:defRPr sz="1200">
                <a:solidFill>
                  <a:srgbClr val="0D295C"/>
                </a:solidFill>
                <a:latin typeface="Play"/>
                <a:ea typeface="Play"/>
                <a:cs typeface="Play"/>
                <a:sym typeface="Play"/>
              </a:defRPr>
            </a:lvl1pPr>
            <a:lvl2pPr marL="457200" lvl="1" indent="-185738" algn="l">
              <a:lnSpc>
                <a:spcPct val="100000"/>
              </a:lnSpc>
              <a:spcBef>
                <a:spcPts val="2950"/>
              </a:spcBef>
              <a:spcAft>
                <a:spcPts val="0"/>
              </a:spcAft>
              <a:buClr>
                <a:srgbClr val="000000"/>
              </a:buClr>
              <a:buSzPts val="2250"/>
              <a:buChar char="•"/>
              <a:defRPr/>
            </a:lvl2pPr>
            <a:lvl3pPr marL="685800" lvl="2" indent="-185738" algn="l">
              <a:lnSpc>
                <a:spcPct val="100000"/>
              </a:lnSpc>
              <a:spcBef>
                <a:spcPts val="2950"/>
              </a:spcBef>
              <a:spcAft>
                <a:spcPts val="0"/>
              </a:spcAft>
              <a:buClr>
                <a:srgbClr val="000000"/>
              </a:buClr>
              <a:buSzPts val="2250"/>
              <a:buChar char="•"/>
              <a:defRPr/>
            </a:lvl3pPr>
            <a:lvl4pPr marL="914400" lvl="3" indent="-185738" algn="l">
              <a:lnSpc>
                <a:spcPct val="100000"/>
              </a:lnSpc>
              <a:spcBef>
                <a:spcPts val="2950"/>
              </a:spcBef>
              <a:spcAft>
                <a:spcPts val="0"/>
              </a:spcAft>
              <a:buClr>
                <a:srgbClr val="000000"/>
              </a:buClr>
              <a:buSzPts val="2250"/>
              <a:buChar char="•"/>
              <a:defRPr/>
            </a:lvl4pPr>
            <a:lvl5pPr marL="1143000" lvl="4" indent="-185738" algn="l">
              <a:lnSpc>
                <a:spcPct val="100000"/>
              </a:lnSpc>
              <a:spcBef>
                <a:spcPts val="2950"/>
              </a:spcBef>
              <a:spcAft>
                <a:spcPts val="0"/>
              </a:spcAft>
              <a:buClr>
                <a:srgbClr val="000000"/>
              </a:buClr>
              <a:buSzPts val="2250"/>
              <a:buChar char="•"/>
              <a:defRPr/>
            </a:lvl5pPr>
            <a:lvl6pPr marL="1371600" lvl="5" indent="-185738" algn="l">
              <a:lnSpc>
                <a:spcPct val="100000"/>
              </a:lnSpc>
              <a:spcBef>
                <a:spcPts val="2950"/>
              </a:spcBef>
              <a:spcAft>
                <a:spcPts val="0"/>
              </a:spcAft>
              <a:buClr>
                <a:srgbClr val="000000"/>
              </a:buClr>
              <a:buSzPts val="2250"/>
              <a:buChar char="•"/>
              <a:defRPr/>
            </a:lvl6pPr>
            <a:lvl7pPr marL="1600200" lvl="6" indent="-185738" algn="l">
              <a:lnSpc>
                <a:spcPct val="100000"/>
              </a:lnSpc>
              <a:spcBef>
                <a:spcPts val="2950"/>
              </a:spcBef>
              <a:spcAft>
                <a:spcPts val="0"/>
              </a:spcAft>
              <a:buClr>
                <a:srgbClr val="000000"/>
              </a:buClr>
              <a:buSzPts val="2250"/>
              <a:buChar char="•"/>
              <a:defRPr/>
            </a:lvl7pPr>
            <a:lvl8pPr marL="1828800" lvl="7" indent="-185738" algn="l">
              <a:lnSpc>
                <a:spcPct val="100000"/>
              </a:lnSpc>
              <a:spcBef>
                <a:spcPts val="2950"/>
              </a:spcBef>
              <a:spcAft>
                <a:spcPts val="0"/>
              </a:spcAft>
              <a:buClr>
                <a:srgbClr val="000000"/>
              </a:buClr>
              <a:buSzPts val="2250"/>
              <a:buChar char="•"/>
              <a:defRPr/>
            </a:lvl8pPr>
            <a:lvl9pPr marL="2057400" lvl="8" indent="-185738" algn="l">
              <a:lnSpc>
                <a:spcPct val="100000"/>
              </a:lnSpc>
              <a:spcBef>
                <a:spcPts val="2950"/>
              </a:spcBef>
              <a:spcAft>
                <a:spcPts val="0"/>
              </a:spcAft>
              <a:buClr>
                <a:srgbClr val="000000"/>
              </a:buClr>
              <a:buSzPts val="2250"/>
              <a:buChar char="•"/>
              <a:defRPr/>
            </a:lvl9pPr>
          </a:lstStyle>
          <a:p>
            <a:endParaRPr/>
          </a:p>
        </p:txBody>
      </p:sp>
      <p:sp>
        <p:nvSpPr>
          <p:cNvPr id="22" name="Google Shape;22;p8"/>
          <p:cNvSpPr txBox="1">
            <a:spLocks noGrp="1"/>
          </p:cNvSpPr>
          <p:nvPr>
            <p:ph type="body" idx="2"/>
          </p:nvPr>
        </p:nvSpPr>
        <p:spPr>
          <a:xfrm>
            <a:off x="367358" y="698500"/>
            <a:ext cx="2555441" cy="471924"/>
          </a:xfrm>
          <a:prstGeom prst="rect">
            <a:avLst/>
          </a:prstGeom>
          <a:noFill/>
          <a:ln>
            <a:noFill/>
          </a:ln>
        </p:spPr>
        <p:txBody>
          <a:bodyPr spcFirstLastPara="1" wrap="square" lIns="50800" tIns="50800" rIns="50800" bIns="50800" anchor="t" anchorCtr="0">
            <a:spAutoFit/>
          </a:bodyPr>
          <a:lstStyle>
            <a:lvl1pPr marL="228600" lvl="0" indent="-114300" algn="l">
              <a:lnSpc>
                <a:spcPct val="80000"/>
              </a:lnSpc>
              <a:spcBef>
                <a:spcPts val="0"/>
              </a:spcBef>
              <a:spcAft>
                <a:spcPts val="0"/>
              </a:spcAft>
              <a:buClr>
                <a:srgbClr val="0D295B"/>
              </a:buClr>
              <a:buSzPts val="6000"/>
              <a:buFont typeface="Play"/>
              <a:buNone/>
              <a:defRPr sz="3000">
                <a:solidFill>
                  <a:srgbClr val="0D295B"/>
                </a:solidFill>
                <a:latin typeface="Play"/>
                <a:ea typeface="Play"/>
                <a:cs typeface="Play"/>
                <a:sym typeface="Play"/>
              </a:defRPr>
            </a:lvl1pPr>
            <a:lvl2pPr marL="457200" lvl="1" indent="-185738" algn="l">
              <a:lnSpc>
                <a:spcPct val="100000"/>
              </a:lnSpc>
              <a:spcBef>
                <a:spcPts val="2950"/>
              </a:spcBef>
              <a:spcAft>
                <a:spcPts val="0"/>
              </a:spcAft>
              <a:buClr>
                <a:srgbClr val="000000"/>
              </a:buClr>
              <a:buSzPts val="2250"/>
              <a:buChar char="•"/>
              <a:defRPr/>
            </a:lvl2pPr>
            <a:lvl3pPr marL="685800" lvl="2" indent="-185738" algn="l">
              <a:lnSpc>
                <a:spcPct val="100000"/>
              </a:lnSpc>
              <a:spcBef>
                <a:spcPts val="2950"/>
              </a:spcBef>
              <a:spcAft>
                <a:spcPts val="0"/>
              </a:spcAft>
              <a:buClr>
                <a:srgbClr val="000000"/>
              </a:buClr>
              <a:buSzPts val="2250"/>
              <a:buChar char="•"/>
              <a:defRPr/>
            </a:lvl3pPr>
            <a:lvl4pPr marL="914400" lvl="3" indent="-185738" algn="l">
              <a:lnSpc>
                <a:spcPct val="100000"/>
              </a:lnSpc>
              <a:spcBef>
                <a:spcPts val="2950"/>
              </a:spcBef>
              <a:spcAft>
                <a:spcPts val="0"/>
              </a:spcAft>
              <a:buClr>
                <a:srgbClr val="000000"/>
              </a:buClr>
              <a:buSzPts val="2250"/>
              <a:buChar char="•"/>
              <a:defRPr/>
            </a:lvl4pPr>
            <a:lvl5pPr marL="1143000" lvl="4" indent="-185738" algn="l">
              <a:lnSpc>
                <a:spcPct val="100000"/>
              </a:lnSpc>
              <a:spcBef>
                <a:spcPts val="2950"/>
              </a:spcBef>
              <a:spcAft>
                <a:spcPts val="0"/>
              </a:spcAft>
              <a:buClr>
                <a:srgbClr val="000000"/>
              </a:buClr>
              <a:buSzPts val="2250"/>
              <a:buChar char="•"/>
              <a:defRPr/>
            </a:lvl5pPr>
            <a:lvl6pPr marL="1371600" lvl="5" indent="-185738" algn="l">
              <a:lnSpc>
                <a:spcPct val="100000"/>
              </a:lnSpc>
              <a:spcBef>
                <a:spcPts val="2950"/>
              </a:spcBef>
              <a:spcAft>
                <a:spcPts val="0"/>
              </a:spcAft>
              <a:buClr>
                <a:srgbClr val="000000"/>
              </a:buClr>
              <a:buSzPts val="2250"/>
              <a:buChar char="•"/>
              <a:defRPr/>
            </a:lvl6pPr>
            <a:lvl7pPr marL="1600200" lvl="6" indent="-185738" algn="l">
              <a:lnSpc>
                <a:spcPct val="100000"/>
              </a:lnSpc>
              <a:spcBef>
                <a:spcPts val="2950"/>
              </a:spcBef>
              <a:spcAft>
                <a:spcPts val="0"/>
              </a:spcAft>
              <a:buClr>
                <a:srgbClr val="000000"/>
              </a:buClr>
              <a:buSzPts val="2250"/>
              <a:buChar char="•"/>
              <a:defRPr/>
            </a:lvl7pPr>
            <a:lvl8pPr marL="1828800" lvl="7" indent="-185738" algn="l">
              <a:lnSpc>
                <a:spcPct val="100000"/>
              </a:lnSpc>
              <a:spcBef>
                <a:spcPts val="2950"/>
              </a:spcBef>
              <a:spcAft>
                <a:spcPts val="0"/>
              </a:spcAft>
              <a:buClr>
                <a:srgbClr val="000000"/>
              </a:buClr>
              <a:buSzPts val="2250"/>
              <a:buChar char="•"/>
              <a:defRPr/>
            </a:lvl8pPr>
            <a:lvl9pPr marL="2057400" lvl="8" indent="-185738" algn="l">
              <a:lnSpc>
                <a:spcPct val="100000"/>
              </a:lnSpc>
              <a:spcBef>
                <a:spcPts val="2950"/>
              </a:spcBef>
              <a:spcAft>
                <a:spcPts val="0"/>
              </a:spcAft>
              <a:buClr>
                <a:srgbClr val="000000"/>
              </a:buClr>
              <a:buSzPts val="2250"/>
              <a:buChar char="•"/>
              <a:defRPr/>
            </a:lvl9pPr>
          </a:lstStyle>
          <a:p>
            <a:endParaRPr/>
          </a:p>
        </p:txBody>
      </p:sp>
      <p:sp>
        <p:nvSpPr>
          <p:cNvPr id="23" name="Google Shape;23;p8"/>
          <p:cNvSpPr txBox="1">
            <a:spLocks noGrp="1"/>
          </p:cNvSpPr>
          <p:nvPr>
            <p:ph type="body" idx="3"/>
          </p:nvPr>
        </p:nvSpPr>
        <p:spPr>
          <a:xfrm>
            <a:off x="344751" y="1828800"/>
            <a:ext cx="3764699" cy="537553"/>
          </a:xfrm>
          <a:prstGeom prst="rect">
            <a:avLst/>
          </a:prstGeom>
          <a:noFill/>
          <a:ln>
            <a:noFill/>
          </a:ln>
        </p:spPr>
        <p:txBody>
          <a:bodyPr spcFirstLastPara="1" wrap="square" lIns="91425" tIns="91425" rIns="91425" bIns="91425" anchor="t" anchorCtr="0">
            <a:spAutoFit/>
          </a:bodyPr>
          <a:lstStyle>
            <a:lvl1pPr marL="228600" lvl="0" indent="-114300" algn="l">
              <a:lnSpc>
                <a:spcPct val="110000"/>
              </a:lnSpc>
              <a:spcBef>
                <a:spcPts val="1300"/>
              </a:spcBef>
              <a:spcAft>
                <a:spcPts val="0"/>
              </a:spcAft>
              <a:buClr>
                <a:srgbClr val="000000"/>
              </a:buClr>
              <a:buSzPts val="2200"/>
              <a:buFont typeface="Arial"/>
              <a:buNone/>
              <a:defRPr sz="1100">
                <a:latin typeface="Arial"/>
                <a:ea typeface="Arial"/>
                <a:cs typeface="Arial"/>
                <a:sym typeface="Arial"/>
              </a:defRPr>
            </a:lvl1pPr>
            <a:lvl2pPr marL="457200" lvl="1" indent="-185738" algn="l">
              <a:lnSpc>
                <a:spcPct val="100000"/>
              </a:lnSpc>
              <a:spcBef>
                <a:spcPts val="2950"/>
              </a:spcBef>
              <a:spcAft>
                <a:spcPts val="0"/>
              </a:spcAft>
              <a:buClr>
                <a:srgbClr val="000000"/>
              </a:buClr>
              <a:buSzPts val="2250"/>
              <a:buChar char="•"/>
              <a:defRPr/>
            </a:lvl2pPr>
            <a:lvl3pPr marL="685800" lvl="2" indent="-185738" algn="l">
              <a:lnSpc>
                <a:spcPct val="100000"/>
              </a:lnSpc>
              <a:spcBef>
                <a:spcPts val="2950"/>
              </a:spcBef>
              <a:spcAft>
                <a:spcPts val="0"/>
              </a:spcAft>
              <a:buClr>
                <a:srgbClr val="000000"/>
              </a:buClr>
              <a:buSzPts val="2250"/>
              <a:buChar char="•"/>
              <a:defRPr/>
            </a:lvl3pPr>
            <a:lvl4pPr marL="914400" lvl="3" indent="-185738" algn="l">
              <a:lnSpc>
                <a:spcPct val="100000"/>
              </a:lnSpc>
              <a:spcBef>
                <a:spcPts val="2950"/>
              </a:spcBef>
              <a:spcAft>
                <a:spcPts val="0"/>
              </a:spcAft>
              <a:buClr>
                <a:srgbClr val="000000"/>
              </a:buClr>
              <a:buSzPts val="2250"/>
              <a:buChar char="•"/>
              <a:defRPr/>
            </a:lvl4pPr>
            <a:lvl5pPr marL="1143000" lvl="4" indent="-185738" algn="l">
              <a:lnSpc>
                <a:spcPct val="100000"/>
              </a:lnSpc>
              <a:spcBef>
                <a:spcPts val="2950"/>
              </a:spcBef>
              <a:spcAft>
                <a:spcPts val="0"/>
              </a:spcAft>
              <a:buClr>
                <a:srgbClr val="000000"/>
              </a:buClr>
              <a:buSzPts val="2250"/>
              <a:buChar char="•"/>
              <a:defRPr/>
            </a:lvl5pPr>
            <a:lvl6pPr marL="1371600" lvl="5" indent="-185738" algn="l">
              <a:lnSpc>
                <a:spcPct val="100000"/>
              </a:lnSpc>
              <a:spcBef>
                <a:spcPts val="2950"/>
              </a:spcBef>
              <a:spcAft>
                <a:spcPts val="0"/>
              </a:spcAft>
              <a:buClr>
                <a:srgbClr val="000000"/>
              </a:buClr>
              <a:buSzPts val="2250"/>
              <a:buChar char="•"/>
              <a:defRPr/>
            </a:lvl6pPr>
            <a:lvl7pPr marL="1600200" lvl="6" indent="-185738" algn="l">
              <a:lnSpc>
                <a:spcPct val="100000"/>
              </a:lnSpc>
              <a:spcBef>
                <a:spcPts val="2950"/>
              </a:spcBef>
              <a:spcAft>
                <a:spcPts val="0"/>
              </a:spcAft>
              <a:buClr>
                <a:srgbClr val="000000"/>
              </a:buClr>
              <a:buSzPts val="2250"/>
              <a:buChar char="•"/>
              <a:defRPr/>
            </a:lvl7pPr>
            <a:lvl8pPr marL="1828800" lvl="7" indent="-185738" algn="l">
              <a:lnSpc>
                <a:spcPct val="100000"/>
              </a:lnSpc>
              <a:spcBef>
                <a:spcPts val="2950"/>
              </a:spcBef>
              <a:spcAft>
                <a:spcPts val="0"/>
              </a:spcAft>
              <a:buClr>
                <a:srgbClr val="000000"/>
              </a:buClr>
              <a:buSzPts val="2250"/>
              <a:buChar char="•"/>
              <a:defRPr/>
            </a:lvl8pPr>
            <a:lvl9pPr marL="2057400" lvl="8" indent="-185738" algn="l">
              <a:lnSpc>
                <a:spcPct val="100000"/>
              </a:lnSpc>
              <a:spcBef>
                <a:spcPts val="2950"/>
              </a:spcBef>
              <a:spcAft>
                <a:spcPts val="0"/>
              </a:spcAft>
              <a:buClr>
                <a:srgbClr val="000000"/>
              </a:buClr>
              <a:buSzPts val="2250"/>
              <a:buChar char="•"/>
              <a:defRPr/>
            </a:lvl9pPr>
          </a:lstStyle>
          <a:p>
            <a:endParaRPr/>
          </a:p>
        </p:txBody>
      </p:sp>
      <p:sp>
        <p:nvSpPr>
          <p:cNvPr id="24" name="Google Shape;24;p8"/>
          <p:cNvSpPr txBox="1">
            <a:spLocks noGrp="1"/>
          </p:cNvSpPr>
          <p:nvPr>
            <p:ph type="sldNum" idx="12"/>
          </p:nvPr>
        </p:nvSpPr>
        <p:spPr>
          <a:xfrm>
            <a:off x="11883354" y="6540500"/>
            <a:ext cx="184287" cy="518091"/>
          </a:xfrm>
          <a:prstGeom prst="rect">
            <a:avLst/>
          </a:prstGeom>
          <a:noFill/>
          <a:ln>
            <a:noFill/>
          </a:ln>
        </p:spPr>
        <p:txBody>
          <a:bodyPr spcFirstLastPara="1" wrap="square" lIns="50800" tIns="50800" rIns="50800" bIns="50800" anchor="t" anchorCtr="0">
            <a:spAutoFit/>
          </a:bodyPr>
          <a:lstStyle>
            <a:lvl1pPr marL="0" lvl="0" indent="0" algn="ctr">
              <a:lnSpc>
                <a:spcPct val="100000"/>
              </a:lnSpc>
              <a:spcBef>
                <a:spcPts val="0"/>
              </a:spcBef>
              <a:spcAft>
                <a:spcPts val="0"/>
              </a:spcAft>
              <a:buClr>
                <a:srgbClr val="000000"/>
              </a:buClr>
              <a:buSzPts val="1800"/>
              <a:buFont typeface="Helvetica Neue"/>
              <a:buNone/>
              <a:defRPr sz="900">
                <a:latin typeface="Helvetica Neue"/>
                <a:ea typeface="Helvetica Neue"/>
                <a:cs typeface="Helvetica Neue"/>
                <a:sym typeface="Helvetica Neue"/>
              </a:defRPr>
            </a:lvl1pPr>
            <a:lvl2pPr marL="0" lvl="1" indent="0" algn="ctr">
              <a:lnSpc>
                <a:spcPct val="100000"/>
              </a:lnSpc>
              <a:spcBef>
                <a:spcPts val="0"/>
              </a:spcBef>
              <a:spcAft>
                <a:spcPts val="0"/>
              </a:spcAft>
              <a:buClr>
                <a:srgbClr val="000000"/>
              </a:buClr>
              <a:buSzPts val="1800"/>
              <a:buFont typeface="Helvetica Neue"/>
              <a:buNone/>
              <a:defRPr sz="900">
                <a:latin typeface="Helvetica Neue"/>
                <a:ea typeface="Helvetica Neue"/>
                <a:cs typeface="Helvetica Neue"/>
                <a:sym typeface="Helvetica Neue"/>
              </a:defRPr>
            </a:lvl2pPr>
            <a:lvl3pPr marL="0" lvl="2" indent="0" algn="ctr">
              <a:lnSpc>
                <a:spcPct val="100000"/>
              </a:lnSpc>
              <a:spcBef>
                <a:spcPts val="0"/>
              </a:spcBef>
              <a:spcAft>
                <a:spcPts val="0"/>
              </a:spcAft>
              <a:buClr>
                <a:srgbClr val="000000"/>
              </a:buClr>
              <a:buSzPts val="1800"/>
              <a:buFont typeface="Helvetica Neue"/>
              <a:buNone/>
              <a:defRPr sz="900">
                <a:latin typeface="Helvetica Neue"/>
                <a:ea typeface="Helvetica Neue"/>
                <a:cs typeface="Helvetica Neue"/>
                <a:sym typeface="Helvetica Neue"/>
              </a:defRPr>
            </a:lvl3pPr>
            <a:lvl4pPr marL="0" lvl="3" indent="0" algn="ctr">
              <a:lnSpc>
                <a:spcPct val="100000"/>
              </a:lnSpc>
              <a:spcBef>
                <a:spcPts val="0"/>
              </a:spcBef>
              <a:spcAft>
                <a:spcPts val="0"/>
              </a:spcAft>
              <a:buClr>
                <a:srgbClr val="000000"/>
              </a:buClr>
              <a:buSzPts val="1800"/>
              <a:buFont typeface="Helvetica Neue"/>
              <a:buNone/>
              <a:defRPr sz="900">
                <a:latin typeface="Helvetica Neue"/>
                <a:ea typeface="Helvetica Neue"/>
                <a:cs typeface="Helvetica Neue"/>
                <a:sym typeface="Helvetica Neue"/>
              </a:defRPr>
            </a:lvl4pPr>
            <a:lvl5pPr marL="0" lvl="4" indent="0" algn="ctr">
              <a:lnSpc>
                <a:spcPct val="100000"/>
              </a:lnSpc>
              <a:spcBef>
                <a:spcPts val="0"/>
              </a:spcBef>
              <a:spcAft>
                <a:spcPts val="0"/>
              </a:spcAft>
              <a:buClr>
                <a:srgbClr val="000000"/>
              </a:buClr>
              <a:buSzPts val="1800"/>
              <a:buFont typeface="Helvetica Neue"/>
              <a:buNone/>
              <a:defRPr sz="900">
                <a:latin typeface="Helvetica Neue"/>
                <a:ea typeface="Helvetica Neue"/>
                <a:cs typeface="Helvetica Neue"/>
                <a:sym typeface="Helvetica Neue"/>
              </a:defRPr>
            </a:lvl5pPr>
            <a:lvl6pPr marL="0" lvl="5" indent="0" algn="ctr">
              <a:lnSpc>
                <a:spcPct val="100000"/>
              </a:lnSpc>
              <a:spcBef>
                <a:spcPts val="0"/>
              </a:spcBef>
              <a:spcAft>
                <a:spcPts val="0"/>
              </a:spcAft>
              <a:buClr>
                <a:srgbClr val="000000"/>
              </a:buClr>
              <a:buSzPts val="1800"/>
              <a:buFont typeface="Helvetica Neue"/>
              <a:buNone/>
              <a:defRPr sz="900">
                <a:latin typeface="Helvetica Neue"/>
                <a:ea typeface="Helvetica Neue"/>
                <a:cs typeface="Helvetica Neue"/>
                <a:sym typeface="Helvetica Neue"/>
              </a:defRPr>
            </a:lvl6pPr>
            <a:lvl7pPr marL="0" lvl="6" indent="0" algn="ctr">
              <a:lnSpc>
                <a:spcPct val="100000"/>
              </a:lnSpc>
              <a:spcBef>
                <a:spcPts val="0"/>
              </a:spcBef>
              <a:spcAft>
                <a:spcPts val="0"/>
              </a:spcAft>
              <a:buClr>
                <a:srgbClr val="000000"/>
              </a:buClr>
              <a:buSzPts val="1800"/>
              <a:buFont typeface="Helvetica Neue"/>
              <a:buNone/>
              <a:defRPr sz="900">
                <a:latin typeface="Helvetica Neue"/>
                <a:ea typeface="Helvetica Neue"/>
                <a:cs typeface="Helvetica Neue"/>
                <a:sym typeface="Helvetica Neue"/>
              </a:defRPr>
            </a:lvl7pPr>
            <a:lvl8pPr marL="0" lvl="7" indent="0" algn="ctr">
              <a:lnSpc>
                <a:spcPct val="100000"/>
              </a:lnSpc>
              <a:spcBef>
                <a:spcPts val="0"/>
              </a:spcBef>
              <a:spcAft>
                <a:spcPts val="0"/>
              </a:spcAft>
              <a:buClr>
                <a:srgbClr val="000000"/>
              </a:buClr>
              <a:buSzPts val="1800"/>
              <a:buFont typeface="Helvetica Neue"/>
              <a:buNone/>
              <a:defRPr sz="900">
                <a:latin typeface="Helvetica Neue"/>
                <a:ea typeface="Helvetica Neue"/>
                <a:cs typeface="Helvetica Neue"/>
                <a:sym typeface="Helvetica Neue"/>
              </a:defRPr>
            </a:lvl8pPr>
            <a:lvl9pPr marL="0" lvl="8" indent="0" algn="ctr">
              <a:lnSpc>
                <a:spcPct val="100000"/>
              </a:lnSpc>
              <a:spcBef>
                <a:spcPts val="0"/>
              </a:spcBef>
              <a:spcAft>
                <a:spcPts val="0"/>
              </a:spcAft>
              <a:buClr>
                <a:srgbClr val="000000"/>
              </a:buClr>
              <a:buSzPts val="1800"/>
              <a:buFont typeface="Helvetica Neue"/>
              <a:buNone/>
              <a:defRPr sz="900">
                <a:latin typeface="Helvetica Neue"/>
                <a:ea typeface="Helvetica Neue"/>
                <a:cs typeface="Helvetica Neue"/>
                <a:sym typeface="Helvetica Neue"/>
              </a:defRPr>
            </a:lvl9pPr>
          </a:lstStyle>
          <a:p>
            <a:fld id="{00000000-1234-1234-1234-123412341234}" type="slidenum">
              <a:rPr lang="en-US" smtClean="0"/>
              <a:pPr/>
              <a:t>‹#›</a:t>
            </a:fld>
            <a:endParaRPr lang="en-US"/>
          </a:p>
        </p:txBody>
      </p:sp>
      <p:pic>
        <p:nvPicPr>
          <p:cNvPr id="25" name="Google Shape;25;p8" descr="Image"/>
          <p:cNvPicPr preferRelativeResize="0"/>
          <p:nvPr/>
        </p:nvPicPr>
        <p:blipFill rotWithShape="1">
          <a:blip r:embed="rId2">
            <a:alphaModFix/>
          </a:blip>
          <a:srcRect/>
          <a:stretch/>
        </p:blipFill>
        <p:spPr>
          <a:xfrm>
            <a:off x="10591014" y="6511152"/>
            <a:ext cx="989661" cy="261845"/>
          </a:xfrm>
          <a:prstGeom prst="rect">
            <a:avLst/>
          </a:prstGeom>
          <a:noFill/>
          <a:ln>
            <a:noFill/>
          </a:ln>
        </p:spPr>
      </p:pic>
    </p:spTree>
    <p:extLst>
      <p:ext uri="{BB962C8B-B14F-4D97-AF65-F5344CB8AC3E}">
        <p14:creationId xmlns:p14="http://schemas.microsoft.com/office/powerpoint/2010/main" val="133836470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166201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3" name="Picture Placeholder 2"/>
          <p:cNvSpPr>
            <a:spLocks noGrp="1" noEditPoints="1"/>
          </p:cNvSpPr>
          <p:nvPr>
            <p:ph type="pic" sz="quarter" idx="10"/>
          </p:nvPr>
        </p:nvSpPr>
        <p:spPr>
          <a:xfrm>
            <a:off x="0" y="0"/>
            <a:ext cx="12192000" cy="6858000"/>
          </a:xfrm>
        </p:spPr>
        <p:txBody>
          <a:bodyPr/>
          <a:lstStyle/>
          <a:p>
            <a:pPr lvl="0"/>
            <a:endParaRPr lang="en-US"/>
          </a:p>
        </p:txBody>
      </p:sp>
      <p:pic>
        <p:nvPicPr>
          <p:cNvPr id="13" name="Picture 12"/>
          <p:cNvPicPr>
            <a:picLocks noChangeAspect="1"/>
          </p:cNvPicPr>
          <p:nvPr userDrawn="1"/>
        </p:nvPicPr>
        <p:blipFill>
          <a:blip r:embed="rId2"/>
          <a:srcRect/>
          <a:stretch>
            <a:fillRect/>
          </a:stretch>
        </p:blipFill>
        <p:spPr>
          <a:xfrm>
            <a:off x="0" y="0"/>
            <a:ext cx="7638757" cy="7638757"/>
          </a:xfrm>
          <a:prstGeom prst="rect">
            <a:avLst/>
          </a:prstGeom>
        </p:spPr>
      </p:pic>
      <p:pic>
        <p:nvPicPr>
          <p:cNvPr id="6" name="Picture 5"/>
          <p:cNvPicPr>
            <a:picLocks noChangeAspect="1"/>
          </p:cNvPicPr>
          <p:nvPr userDrawn="1"/>
        </p:nvPicPr>
        <p:blipFill>
          <a:blip r:embed="rId3"/>
          <a:srcRect/>
          <a:stretch>
            <a:fillRect/>
          </a:stretch>
        </p:blipFill>
        <p:spPr>
          <a:xfrm>
            <a:off x="1379122" y="1392116"/>
            <a:ext cx="1358900" cy="838200"/>
          </a:xfrm>
          <a:prstGeom prst="rect">
            <a:avLst/>
          </a:prstGeom>
        </p:spPr>
      </p:pic>
      <p:sp>
        <p:nvSpPr>
          <p:cNvPr id="4" name="Title 1"/>
          <p:cNvSpPr>
            <a:spLocks noGrp="1" noEditPoints="1"/>
          </p:cNvSpPr>
          <p:nvPr>
            <p:ph type="ctrTitle"/>
          </p:nvPr>
        </p:nvSpPr>
        <p:spPr>
          <a:xfrm>
            <a:off x="1264245" y="2920341"/>
            <a:ext cx="4566715" cy="1874852"/>
          </a:xfrm>
        </p:spPr>
        <p:txBody>
          <a:bodyPr anchor="b"/>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Tree>
    <p:extLst>
      <p:ext uri="{BB962C8B-B14F-4D97-AF65-F5344CB8AC3E}">
        <p14:creationId xmlns:p14="http://schemas.microsoft.com/office/powerpoint/2010/main" val="128170429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2_title">
    <p:bg>
      <p:bgPr>
        <a:solidFill>
          <a:srgbClr val="1F31AD"/>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90008" y="1554148"/>
            <a:ext cx="3598410" cy="1874852"/>
          </a:xfrm>
        </p:spPr>
        <p:txBody>
          <a:bodyPr anchor="b">
            <a:normAutofit/>
          </a:bodyPr>
          <a:lstStyle>
            <a:lvl1pPr algn="l">
              <a:defRPr sz="45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8090008" y="3521075"/>
            <a:ext cx="3598410"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 y="5983357"/>
            <a:ext cx="874643" cy="874643"/>
          </a:xfrm>
          <a:prstGeom prst="rect">
            <a:avLst/>
          </a:prstGeom>
        </p:spPr>
      </p:pic>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pic>
        <p:nvPicPr>
          <p:cNvPr id="11" name="Picture 10"/>
          <p:cNvPicPr>
            <a:picLocks noChangeAspect="1"/>
          </p:cNvPicPr>
          <p:nvPr userDrawn="1"/>
        </p:nvPicPr>
        <p:blipFill>
          <a:blip r:embed="rId3"/>
          <a:srcRect/>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79331639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3_title">
    <p:bg>
      <p:bgPr>
        <a:solidFill>
          <a:schemeClr val="tx1">
            <a:lumMod val="20000"/>
            <a:lumOff val="80000"/>
          </a:schemeClr>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7118003" y="2330005"/>
            <a:ext cx="4351373" cy="1874852"/>
          </a:xfrm>
        </p:spPr>
        <p:txBody>
          <a:bodyPr anchor="b">
            <a:noAutofit/>
          </a:bodyPr>
          <a:lstStyle>
            <a:lvl1pPr algn="l">
              <a:defRPr sz="50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7118003" y="4296932"/>
            <a:ext cx="4351373" cy="1301497"/>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 y="0"/>
            <a:ext cx="722625" cy="722625"/>
          </a:xfrm>
          <a:prstGeom prst="rect">
            <a:avLst/>
          </a:prstGeom>
        </p:spPr>
      </p:pic>
      <p:sp>
        <p:nvSpPr>
          <p:cNvPr id="10" name="Picture Placeholder 8"/>
          <p:cNvSpPr>
            <a:spLocks noGrp="1" noEditPoints="1"/>
          </p:cNvSpPr>
          <p:nvPr>
            <p:ph type="pic" sz="quarter" idx="10"/>
          </p:nvPr>
        </p:nvSpPr>
        <p:spPr>
          <a:xfrm>
            <a:off x="722624" y="724112"/>
            <a:ext cx="5517866" cy="5517866"/>
          </a:xfrm>
          <a:prstGeom prst="flowChartDelay">
            <a:avLst/>
          </a:prstGeom>
        </p:spPr>
        <p:txBody>
          <a:bodyPr/>
          <a:lstStyle/>
          <a:p>
            <a:pPr lvl="0"/>
            <a:endParaRPr lang="en-US"/>
          </a:p>
        </p:txBody>
      </p:sp>
      <p:pic>
        <p:nvPicPr>
          <p:cNvPr id="6" name="Picture 5"/>
          <p:cNvPicPr>
            <a:picLocks noChangeAspect="1"/>
          </p:cNvPicPr>
          <p:nvPr userDrawn="1"/>
        </p:nvPicPr>
        <p:blipFill>
          <a:blip r:embed="rId3"/>
          <a:srcRect/>
          <a:stretch>
            <a:fillRect/>
          </a:stretch>
        </p:blipFill>
        <p:spPr>
          <a:xfrm>
            <a:off x="6462165" y="995711"/>
            <a:ext cx="2281959" cy="604907"/>
          </a:xfrm>
          <a:prstGeom prst="rect">
            <a:avLst/>
          </a:prstGeom>
        </p:spPr>
      </p:pic>
    </p:spTree>
    <p:extLst>
      <p:ext uri="{BB962C8B-B14F-4D97-AF65-F5344CB8AC3E}">
        <p14:creationId xmlns:p14="http://schemas.microsoft.com/office/powerpoint/2010/main" val="270142986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divider">
    <p:bg>
      <p:bgPr>
        <a:solidFill>
          <a:srgbClr val="1F31AD"/>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srcRect/>
          <a:stretch>
            <a:fillRect/>
          </a:stretch>
        </p:blipFill>
        <p:spPr>
          <a:xfrm>
            <a:off x="0" y="0"/>
            <a:ext cx="8518358" cy="8518358"/>
          </a:xfrm>
          <a:prstGeom prst="rect">
            <a:avLst/>
          </a:prstGeom>
        </p:spPr>
      </p:pic>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3"/>
          <a:srcRect/>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151552127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2_divider">
    <p:bg>
      <p:bgPr>
        <a:solidFill>
          <a:srgbClr val="5B69FF"/>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rcRect/>
          <a:stretch>
            <a:fillRect/>
          </a:stretch>
        </p:blipFill>
        <p:spPr>
          <a:xfrm>
            <a:off x="-18007" y="-2896617"/>
            <a:ext cx="9763585" cy="9763585"/>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302612238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3_divider">
    <p:bg>
      <p:bgPr>
        <a:solidFill>
          <a:srgbClr val="98A1FF"/>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 y="5983357"/>
            <a:ext cx="874643" cy="874643"/>
          </a:xfrm>
          <a:prstGeom prst="rect">
            <a:avLst/>
          </a:prstGeom>
        </p:spPr>
      </p:pic>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pic>
        <p:nvPicPr>
          <p:cNvPr id="12" name="Picture 11"/>
          <p:cNvPicPr>
            <a:picLocks noChangeAspect="1"/>
          </p:cNvPicPr>
          <p:nvPr userDrawn="1"/>
        </p:nvPicPr>
        <p:blipFill>
          <a:blip r:embed="rId3"/>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140772423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4_divider">
    <p:bg>
      <p:bgPr>
        <a:solidFill>
          <a:srgbClr val="C81326"/>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8" name="Picture 7"/>
          <p:cNvPicPr>
            <a:picLocks noChangeAspect="1"/>
          </p:cNvPicPr>
          <p:nvPr userDrawn="1"/>
        </p:nvPicPr>
        <p:blipFill>
          <a:blip r:embed="rId3"/>
          <a:srcRect/>
          <a:stretch>
            <a:fillRect/>
          </a:stretch>
        </p:blipFill>
        <p:spPr>
          <a:xfrm>
            <a:off x="-1" y="-1"/>
            <a:ext cx="8518357" cy="8518357"/>
          </a:xfrm>
          <a:prstGeom prst="rect">
            <a:avLst/>
          </a:prstGeom>
        </p:spPr>
      </p:pic>
    </p:spTree>
    <p:extLst>
      <p:ext uri="{BB962C8B-B14F-4D97-AF65-F5344CB8AC3E}">
        <p14:creationId xmlns:p14="http://schemas.microsoft.com/office/powerpoint/2010/main" val="415211809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5_divider">
    <p:bg>
      <p:bgPr>
        <a:solidFill>
          <a:srgbClr val="FF5660"/>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rcRect/>
          <a:stretch>
            <a:fillRect/>
          </a:stretch>
        </p:blipFill>
        <p:spPr>
          <a:xfrm>
            <a:off x="-18008" y="-2891071"/>
            <a:ext cx="9763585" cy="9763585"/>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3250694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6_divider">
    <p:bg>
      <p:bgPr>
        <a:solidFill>
          <a:srgbClr val="FF858A"/>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a:solidFill>
            <a:srgbClr val="FF858A"/>
          </a:solidFill>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a:solidFill>
            <a:srgbClr val="FF858A"/>
          </a:solidFill>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FFB6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150541275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7_divider">
    <p:bg>
      <p:bgPr>
        <a:solidFill>
          <a:srgbClr val="005C84"/>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9" name="Picture 8"/>
          <p:cNvPicPr>
            <a:picLocks noChangeAspect="1"/>
          </p:cNvPicPr>
          <p:nvPr userDrawn="1"/>
        </p:nvPicPr>
        <p:blipFill>
          <a:blip r:embed="rId3"/>
          <a:srcRect/>
          <a:stretch>
            <a:fillRect/>
          </a:stretch>
        </p:blipFill>
        <p:spPr>
          <a:xfrm>
            <a:off x="0" y="-1"/>
            <a:ext cx="8518356" cy="8518356"/>
          </a:xfrm>
          <a:prstGeom prst="rect">
            <a:avLst/>
          </a:prstGeom>
        </p:spPr>
      </p:pic>
    </p:spTree>
    <p:extLst>
      <p:ext uri="{BB962C8B-B14F-4D97-AF65-F5344CB8AC3E}">
        <p14:creationId xmlns:p14="http://schemas.microsoft.com/office/powerpoint/2010/main" val="316401801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8_divider">
    <p:bg>
      <p:bgPr>
        <a:solidFill>
          <a:srgbClr val="02C8FD"/>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rcRect/>
          <a:stretch>
            <a:fillRect/>
          </a:stretch>
        </p:blipFill>
        <p:spPr>
          <a:xfrm>
            <a:off x="-14515" y="-2893472"/>
            <a:ext cx="9760092" cy="9760092"/>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385295959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9_divider">
    <p:bg>
      <p:bgPr>
        <a:solidFill>
          <a:srgbClr val="7ADEFF"/>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02C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userDrawn="1"/>
        </p:nvPicPr>
        <p:blipFill>
          <a:blip r:embed="rId2"/>
          <a:srcRect/>
          <a:stretch>
            <a:fillRect/>
          </a:stretch>
        </p:blipFill>
        <p:spPr>
          <a:xfrm>
            <a:off x="1919978" y="7168467"/>
            <a:ext cx="8268750" cy="6858000"/>
          </a:xfrm>
          <a:prstGeom prst="rect">
            <a:avLst/>
          </a:prstGeom>
        </p:spPr>
      </p:pic>
      <p:pic>
        <p:nvPicPr>
          <p:cNvPr id="9" name="Picture 8"/>
          <p:cNvPicPr>
            <a:picLocks noChangeAspect="1"/>
          </p:cNvPicPr>
          <p:nvPr userDrawn="1"/>
        </p:nvPicPr>
        <p:blipFill>
          <a:blip r:embed="rId3"/>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406895222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10_divider">
    <p:bg>
      <p:bgPr>
        <a:solidFill>
          <a:srgbClr val="CA8F00"/>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8" name="Picture 7"/>
          <p:cNvPicPr>
            <a:picLocks noChangeAspect="1"/>
          </p:cNvPicPr>
          <p:nvPr userDrawn="1"/>
        </p:nvPicPr>
        <p:blipFill>
          <a:blip r:embed="rId3"/>
          <a:srcRect/>
          <a:stretch>
            <a:fillRect/>
          </a:stretch>
        </p:blipFill>
        <p:spPr>
          <a:xfrm>
            <a:off x="0" y="0"/>
            <a:ext cx="8518356" cy="8518356"/>
          </a:xfrm>
          <a:prstGeom prst="rect">
            <a:avLst/>
          </a:prstGeom>
        </p:spPr>
      </p:pic>
    </p:spTree>
    <p:extLst>
      <p:ext uri="{BB962C8B-B14F-4D97-AF65-F5344CB8AC3E}">
        <p14:creationId xmlns:p14="http://schemas.microsoft.com/office/powerpoint/2010/main" val="12705870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2_divider">
    <p:bg>
      <p:bgPr>
        <a:solidFill>
          <a:srgbClr val="FFE27A"/>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EEB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rcRect/>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217840349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3_divider">
    <p:bg>
      <p:bgPr>
        <a:solidFill>
          <a:srgbClr val="515A3C"/>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2"/>
          <a:srcRect/>
          <a:stretch>
            <a:fillRect/>
          </a:stretch>
        </p:blipFill>
        <p:spPr>
          <a:xfrm>
            <a:off x="1352549" y="288758"/>
            <a:ext cx="1352277" cy="356414"/>
          </a:xfrm>
          <a:prstGeom prst="rect">
            <a:avLst/>
          </a:prstGeom>
        </p:spPr>
      </p:pic>
      <p:pic>
        <p:nvPicPr>
          <p:cNvPr id="9" name="Picture 8"/>
          <p:cNvPicPr>
            <a:picLocks noChangeAspect="1"/>
          </p:cNvPicPr>
          <p:nvPr userDrawn="1"/>
        </p:nvPicPr>
        <p:blipFill>
          <a:blip r:embed="rId3"/>
          <a:srcRect/>
          <a:stretch>
            <a:fillRect/>
          </a:stretch>
        </p:blipFill>
        <p:spPr>
          <a:xfrm>
            <a:off x="3406" y="-1"/>
            <a:ext cx="8529463" cy="8529463"/>
          </a:xfrm>
          <a:prstGeom prst="rect">
            <a:avLst/>
          </a:prstGeom>
        </p:spPr>
      </p:pic>
    </p:spTree>
    <p:extLst>
      <p:ext uri="{BB962C8B-B14F-4D97-AF65-F5344CB8AC3E}">
        <p14:creationId xmlns:p14="http://schemas.microsoft.com/office/powerpoint/2010/main" val="317345542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14_divider">
    <p:bg>
      <p:bgPr>
        <a:solidFill>
          <a:srgbClr val="8BAE46"/>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rcRect/>
          <a:stretch>
            <a:fillRect/>
          </a:stretch>
        </p:blipFill>
        <p:spPr>
          <a:xfrm>
            <a:off x="-14515" y="-2878954"/>
            <a:ext cx="9745574" cy="9745574"/>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3"/>
          <a:srcRect/>
          <a:stretch>
            <a:fillRect/>
          </a:stretch>
        </p:blipFill>
        <p:spPr>
          <a:xfrm>
            <a:off x="9566490" y="5871410"/>
            <a:ext cx="2124749" cy="560011"/>
          </a:xfrm>
          <a:prstGeom prst="rect">
            <a:avLst/>
          </a:prstGeom>
        </p:spPr>
      </p:pic>
      <p:pic>
        <p:nvPicPr>
          <p:cNvPr id="6" name="Picture 5"/>
          <p:cNvPicPr>
            <a:picLocks noChangeAspect="1"/>
          </p:cNvPicPr>
          <p:nvPr userDrawn="1"/>
        </p:nvPicPr>
        <p:blipFill>
          <a:blip r:embed="rId4"/>
          <a:srcRect/>
          <a:stretch>
            <a:fillRect/>
          </a:stretch>
        </p:blipFill>
        <p:spPr>
          <a:xfrm>
            <a:off x="1919978" y="7168467"/>
            <a:ext cx="8268750" cy="6858000"/>
          </a:xfrm>
          <a:prstGeom prst="rect">
            <a:avLst/>
          </a:prstGeom>
        </p:spPr>
      </p:pic>
    </p:spTree>
    <p:extLst>
      <p:ext uri="{BB962C8B-B14F-4D97-AF65-F5344CB8AC3E}">
        <p14:creationId xmlns:p14="http://schemas.microsoft.com/office/powerpoint/2010/main" val="377939750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15_divider">
    <p:bg>
      <p:bgPr>
        <a:solidFill>
          <a:srgbClr val="ADCC6E"/>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8BAE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a:srcRect/>
          <a:stretch>
            <a:fillRect/>
          </a:stretch>
        </p:blipFill>
        <p:spPr>
          <a:xfrm>
            <a:off x="1352549" y="6253214"/>
            <a:ext cx="1352277" cy="356414"/>
          </a:xfrm>
          <a:prstGeom prst="rect">
            <a:avLst/>
          </a:prstGeom>
        </p:spPr>
      </p:pic>
    </p:spTree>
    <p:extLst>
      <p:ext uri="{BB962C8B-B14F-4D97-AF65-F5344CB8AC3E}">
        <p14:creationId xmlns:p14="http://schemas.microsoft.com/office/powerpoint/2010/main" val="218866700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6_divider">
    <p:bg>
      <p:bgPr>
        <a:solidFill>
          <a:srgbClr val="272727"/>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rcRect/>
          <a:stretch>
            <a:fillRect/>
          </a:stretch>
        </p:blipFill>
        <p:spPr>
          <a:xfrm>
            <a:off x="-1" y="-1"/>
            <a:ext cx="8529463" cy="8529463"/>
          </a:xfrm>
          <a:prstGeom prst="rect">
            <a:avLst/>
          </a:prstGeom>
        </p:spPr>
      </p:pic>
      <p:sp>
        <p:nvSpPr>
          <p:cNvPr id="4" name="Title 1"/>
          <p:cNvSpPr>
            <a:spLocks noGrp="1" noEditPoints="1"/>
          </p:cNvSpPr>
          <p:nvPr>
            <p:ph type="ctrTitle"/>
          </p:nvPr>
        </p:nvSpPr>
        <p:spPr>
          <a:xfrm>
            <a:off x="1577063" y="2775963"/>
            <a:ext cx="5353123" cy="1874852"/>
          </a:xfrm>
        </p:spPr>
        <p:txBody>
          <a:bodyPr anchor="b">
            <a:noAutofit/>
          </a:bodyPr>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577063" y="4742890"/>
            <a:ext cx="5353123"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2" name="Picture 1"/>
          <p:cNvPicPr>
            <a:picLocks noChangeAspect="1"/>
          </p:cNvPicPr>
          <p:nvPr userDrawn="1"/>
        </p:nvPicPr>
        <p:blipFill>
          <a:blip r:embed="rId3"/>
          <a:srcRect/>
          <a:stretch>
            <a:fillRect/>
          </a:stretch>
        </p:blipFill>
        <p:spPr>
          <a:xfrm>
            <a:off x="1352549" y="288758"/>
            <a:ext cx="1352277" cy="356414"/>
          </a:xfrm>
          <a:prstGeom prst="rect">
            <a:avLst/>
          </a:prstGeom>
        </p:spPr>
      </p:pic>
    </p:spTree>
    <p:extLst>
      <p:ext uri="{BB962C8B-B14F-4D97-AF65-F5344CB8AC3E}">
        <p14:creationId xmlns:p14="http://schemas.microsoft.com/office/powerpoint/2010/main" val="10642151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7_divider">
    <p:bg>
      <p:bgPr>
        <a:solidFill>
          <a:srgbClr val="AEAEAE"/>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rcRect/>
          <a:stretch>
            <a:fillRect/>
          </a:stretch>
        </p:blipFill>
        <p:spPr>
          <a:xfrm>
            <a:off x="-14516" y="-2887573"/>
            <a:ext cx="9745573" cy="9745573"/>
          </a:xfrm>
          <a:prstGeom prst="rect">
            <a:avLst/>
          </a:prstGeom>
        </p:spPr>
      </p:pic>
      <p:pic>
        <p:nvPicPr>
          <p:cNvPr id="2" name="Picture 1"/>
          <p:cNvPicPr>
            <a:picLocks noChangeAspect="1"/>
          </p:cNvPicPr>
          <p:nvPr userDrawn="1"/>
        </p:nvPicPr>
        <p:blipFill>
          <a:blip r:embed="rId3"/>
          <a:srcRect/>
          <a:stretch>
            <a:fillRect/>
          </a:stretch>
        </p:blipFill>
        <p:spPr>
          <a:xfrm>
            <a:off x="-14515" y="-2878954"/>
            <a:ext cx="9745574" cy="9745574"/>
          </a:xfrm>
          <a:prstGeom prst="rect">
            <a:avLst/>
          </a:prstGeom>
        </p:spPr>
      </p:pic>
      <p:sp>
        <p:nvSpPr>
          <p:cNvPr id="14" name="Title 1"/>
          <p:cNvSpPr>
            <a:spLocks noGrp="1" noEditPoints="1"/>
          </p:cNvSpPr>
          <p:nvPr>
            <p:ph type="ctrTitle"/>
          </p:nvPr>
        </p:nvSpPr>
        <p:spPr>
          <a:xfrm>
            <a:off x="1833787" y="1554148"/>
            <a:ext cx="5921680" cy="1874852"/>
          </a:xfrm>
        </p:spPr>
        <p:txBody>
          <a:bodyPr anchor="b"/>
          <a:lstStyle>
            <a:lvl1pPr algn="l">
              <a:defRPr sz="6000">
                <a:solidFill>
                  <a:srgbClr val="000000"/>
                </a:solidFill>
              </a:defRPr>
            </a:lvl1pPr>
          </a:lstStyle>
          <a:p>
            <a:r>
              <a:rPr lang="en-US"/>
              <a:t>Click to edit Master title style</a:t>
            </a:r>
          </a:p>
        </p:txBody>
      </p:sp>
      <p:sp>
        <p:nvSpPr>
          <p:cNvPr id="15" name="Subtitle 2"/>
          <p:cNvSpPr>
            <a:spLocks noGrp="1" noEditPoints="1"/>
          </p:cNvSpPr>
          <p:nvPr>
            <p:ph type="subTitle" idx="1"/>
          </p:nvPr>
        </p:nvSpPr>
        <p:spPr>
          <a:xfrm>
            <a:off x="1833787" y="3521076"/>
            <a:ext cx="5921680" cy="694666"/>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4"/>
          <a:srcRect/>
          <a:stretch>
            <a:fillRect/>
          </a:stretch>
        </p:blipFill>
        <p:spPr>
          <a:xfrm>
            <a:off x="9566490" y="5871410"/>
            <a:ext cx="2124749" cy="560011"/>
          </a:xfrm>
          <a:prstGeom prst="rect">
            <a:avLst/>
          </a:prstGeom>
        </p:spPr>
      </p:pic>
    </p:spTree>
    <p:extLst>
      <p:ext uri="{BB962C8B-B14F-4D97-AF65-F5344CB8AC3E}">
        <p14:creationId xmlns:p14="http://schemas.microsoft.com/office/powerpoint/2010/main" val="7013611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8_divider">
    <p:bg>
      <p:bgPr>
        <a:solidFill>
          <a:srgbClr val="E9E9E9"/>
        </a:solidFill>
        <a:effectLst/>
      </p:bgPr>
    </p:bg>
    <p:spTree>
      <p:nvGrpSpPr>
        <p:cNvPr id="1" name=""/>
        <p:cNvGrpSpPr/>
        <p:nvPr/>
      </p:nvGrpSpPr>
      <p:grpSpPr>
        <a:xfrm>
          <a:off x="0" y="0"/>
          <a:ext cx="0" cy="0"/>
          <a:chOff x="0" y="0"/>
          <a:chExt cx="0" cy="0"/>
        </a:xfrm>
      </p:grpSpPr>
      <p:sp>
        <p:nvSpPr>
          <p:cNvPr id="4" name="Title 1"/>
          <p:cNvSpPr>
            <a:spLocks noGrp="1" noEditPoints="1"/>
          </p:cNvSpPr>
          <p:nvPr>
            <p:ph type="ctrTitle"/>
          </p:nvPr>
        </p:nvSpPr>
        <p:spPr>
          <a:xfrm>
            <a:off x="8017438" y="1842906"/>
            <a:ext cx="3598410" cy="1874852"/>
          </a:xfrm>
        </p:spPr>
        <p:txBody>
          <a:bodyPr anchor="b">
            <a:normAutofit/>
          </a:bodyPr>
          <a:lstStyle>
            <a:lvl1pPr algn="l">
              <a:defRPr sz="4500">
                <a:solidFill>
                  <a:srgbClr val="000000"/>
                </a:solidFill>
              </a:defRPr>
            </a:lvl1pPr>
          </a:lstStyle>
          <a:p>
            <a:r>
              <a:rPr lang="en-US"/>
              <a:t>Click to edit Master title style</a:t>
            </a:r>
          </a:p>
        </p:txBody>
      </p:sp>
      <p:sp>
        <p:nvSpPr>
          <p:cNvPr id="5" name="Subtitle 2"/>
          <p:cNvSpPr>
            <a:spLocks noGrp="1" noEditPoints="1"/>
          </p:cNvSpPr>
          <p:nvPr>
            <p:ph type="subTitle" idx="1"/>
          </p:nvPr>
        </p:nvSpPr>
        <p:spPr>
          <a:xfrm>
            <a:off x="8017438" y="3809833"/>
            <a:ext cx="3598410" cy="930609"/>
          </a:xfrm>
        </p:spPr>
        <p:txBody>
          <a:bodyPr/>
          <a:lstStyle>
            <a:lvl1pPr marL="0" indent="0" algn="l">
              <a:buNone/>
              <a:defRPr sz="2400">
                <a:solidFill>
                  <a:srgbClr val="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10" name="Picture Placeholder 8"/>
          <p:cNvSpPr>
            <a:spLocks noGrp="1" noEditPoints="1"/>
          </p:cNvSpPr>
          <p:nvPr>
            <p:ph type="pic" sz="quarter" idx="10"/>
          </p:nvPr>
        </p:nvSpPr>
        <p:spPr>
          <a:xfrm>
            <a:off x="874642" y="-695294"/>
            <a:ext cx="6678652" cy="6678652"/>
          </a:xfrm>
          <a:prstGeom prst="flowChartDelay">
            <a:avLst/>
          </a:prstGeom>
        </p:spPr>
        <p:txBody>
          <a:bodyPr/>
          <a:lstStyle/>
          <a:p>
            <a:pPr lvl="0"/>
            <a:endParaRPr lang="en-US"/>
          </a:p>
        </p:txBody>
      </p:sp>
      <p:sp>
        <p:nvSpPr>
          <p:cNvPr id="11" name="Rectangle 10"/>
          <p:cNvSpPr/>
          <p:nvPr userDrawn="1"/>
        </p:nvSpPr>
        <p:spPr>
          <a:xfrm>
            <a:off x="0" y="5983356"/>
            <a:ext cx="874643" cy="874643"/>
          </a:xfrm>
          <a:prstGeom prst="rect">
            <a:avLst/>
          </a:prstGeom>
          <a:solidFill>
            <a:srgbClr val="AE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rcRect/>
          <a:stretch>
            <a:fillRect/>
          </a:stretch>
        </p:blipFill>
        <p:spPr>
          <a:xfrm>
            <a:off x="1352747" y="6253214"/>
            <a:ext cx="1352277" cy="356414"/>
          </a:xfrm>
          <a:prstGeom prst="rect">
            <a:avLst/>
          </a:prstGeom>
        </p:spPr>
      </p:pic>
    </p:spTree>
    <p:extLst>
      <p:ext uri="{BB962C8B-B14F-4D97-AF65-F5344CB8AC3E}">
        <p14:creationId xmlns:p14="http://schemas.microsoft.com/office/powerpoint/2010/main" val="9026037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9_divider">
    <p:spTree>
      <p:nvGrpSpPr>
        <p:cNvPr id="1" name=""/>
        <p:cNvGrpSpPr/>
        <p:nvPr/>
      </p:nvGrpSpPr>
      <p:grpSpPr>
        <a:xfrm>
          <a:off x="0" y="0"/>
          <a:ext cx="0" cy="0"/>
          <a:chOff x="0" y="0"/>
          <a:chExt cx="0" cy="0"/>
        </a:xfrm>
      </p:grpSpPr>
      <p:sp>
        <p:nvSpPr>
          <p:cNvPr id="3" name="Picture Placeholder 2"/>
          <p:cNvSpPr>
            <a:spLocks noGrp="1" noEditPoints="1"/>
          </p:cNvSpPr>
          <p:nvPr>
            <p:ph type="pic" sz="quarter" idx="10"/>
          </p:nvPr>
        </p:nvSpPr>
        <p:spPr>
          <a:xfrm>
            <a:off x="0" y="0"/>
            <a:ext cx="12192000" cy="6858000"/>
          </a:xfrm>
        </p:spPr>
        <p:txBody>
          <a:bodyPr/>
          <a:lstStyle/>
          <a:p>
            <a:pPr lvl="0"/>
            <a:endParaRPr lang="en-US"/>
          </a:p>
        </p:txBody>
      </p:sp>
      <p:pic>
        <p:nvPicPr>
          <p:cNvPr id="13" name="Picture 12"/>
          <p:cNvPicPr>
            <a:picLocks noChangeAspect="1"/>
          </p:cNvPicPr>
          <p:nvPr userDrawn="1"/>
        </p:nvPicPr>
        <p:blipFill>
          <a:blip r:embed="rId2"/>
          <a:srcRect/>
          <a:stretch>
            <a:fillRect/>
          </a:stretch>
        </p:blipFill>
        <p:spPr>
          <a:xfrm>
            <a:off x="0" y="0"/>
            <a:ext cx="7638757" cy="7638757"/>
          </a:xfrm>
          <a:prstGeom prst="rect">
            <a:avLst/>
          </a:prstGeom>
        </p:spPr>
      </p:pic>
      <p:pic>
        <p:nvPicPr>
          <p:cNvPr id="6" name="Picture 5"/>
          <p:cNvPicPr>
            <a:picLocks noChangeAspect="1"/>
          </p:cNvPicPr>
          <p:nvPr userDrawn="1"/>
        </p:nvPicPr>
        <p:blipFill>
          <a:blip r:embed="rId3"/>
          <a:srcRect/>
          <a:stretch>
            <a:fillRect/>
          </a:stretch>
        </p:blipFill>
        <p:spPr>
          <a:xfrm>
            <a:off x="1379122" y="1392116"/>
            <a:ext cx="1358900" cy="838200"/>
          </a:xfrm>
          <a:prstGeom prst="rect">
            <a:avLst/>
          </a:prstGeom>
        </p:spPr>
      </p:pic>
      <p:sp>
        <p:nvSpPr>
          <p:cNvPr id="4" name="Title 1"/>
          <p:cNvSpPr>
            <a:spLocks noGrp="1" noEditPoints="1"/>
          </p:cNvSpPr>
          <p:nvPr>
            <p:ph type="ctrTitle"/>
          </p:nvPr>
        </p:nvSpPr>
        <p:spPr>
          <a:xfrm>
            <a:off x="1264245" y="2920341"/>
            <a:ext cx="4566715" cy="1874852"/>
          </a:xfrm>
        </p:spPr>
        <p:txBody>
          <a:bodyPr anchor="b"/>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Tree>
    <p:extLst>
      <p:ext uri="{BB962C8B-B14F-4D97-AF65-F5344CB8AC3E}">
        <p14:creationId xmlns:p14="http://schemas.microsoft.com/office/powerpoint/2010/main" val="238984905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20_divider">
    <p:bg>
      <p:bgPr>
        <a:solidFill>
          <a:srgbClr val="5B69FF"/>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srcRect/>
          <a:stretch>
            <a:fillRect/>
          </a:stretch>
        </p:blipFill>
        <p:spPr>
          <a:xfrm>
            <a:off x="1379122" y="1392116"/>
            <a:ext cx="1358900" cy="838200"/>
          </a:xfrm>
          <a:prstGeom prst="rect">
            <a:avLst/>
          </a:prstGeom>
        </p:spPr>
      </p:pic>
      <p:sp>
        <p:nvSpPr>
          <p:cNvPr id="4" name="Title 1"/>
          <p:cNvSpPr>
            <a:spLocks noGrp="1" noEditPoints="1"/>
          </p:cNvSpPr>
          <p:nvPr>
            <p:ph type="ctrTitle"/>
          </p:nvPr>
        </p:nvSpPr>
        <p:spPr>
          <a:xfrm>
            <a:off x="1264245" y="2920341"/>
            <a:ext cx="4566715" cy="1874852"/>
          </a:xfrm>
        </p:spPr>
        <p:txBody>
          <a:bodyPr anchor="b"/>
          <a:lstStyle>
            <a:lvl1pPr algn="l">
              <a:defRPr sz="6000">
                <a:solidFill>
                  <a:schemeClr val="bg1"/>
                </a:solidFill>
              </a:defRPr>
            </a:lvl1pPr>
          </a:lstStyle>
          <a:p>
            <a:r>
              <a:rPr lang="en-US"/>
              <a:t>Click to edit Master title style</a:t>
            </a:r>
          </a:p>
        </p:txBody>
      </p:sp>
      <p:sp>
        <p:nvSpPr>
          <p:cNvPr id="5" name="Subtitle 2"/>
          <p:cNvSpPr>
            <a:spLocks noGrp="1" noEditPoints="1"/>
          </p:cNvSpPr>
          <p:nvPr>
            <p:ph type="subTitle" idx="1"/>
          </p:nvPr>
        </p:nvSpPr>
        <p:spPr>
          <a:xfrm>
            <a:off x="1264245" y="4887268"/>
            <a:ext cx="4566715" cy="1301497"/>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9" name="Picture Placeholder 8"/>
          <p:cNvSpPr>
            <a:spLocks noGrp="1" noEditPoints="1"/>
          </p:cNvSpPr>
          <p:nvPr>
            <p:ph type="pic" sz="quarter" idx="10"/>
          </p:nvPr>
        </p:nvSpPr>
        <p:spPr>
          <a:xfrm>
            <a:off x="1637956" y="669235"/>
            <a:ext cx="5094287" cy="5094287"/>
          </a:xfrm>
          <a:prstGeom prst="flowChartDelay">
            <a:avLst/>
          </a:prstGeom>
        </p:spPr>
        <p:txBody>
          <a:bodyPr/>
          <a:lstStyle/>
          <a:p>
            <a:pPr lvl="0"/>
            <a:endParaRPr lang="en-US"/>
          </a:p>
        </p:txBody>
      </p:sp>
    </p:spTree>
    <p:extLst>
      <p:ext uri="{BB962C8B-B14F-4D97-AF65-F5344CB8AC3E}">
        <p14:creationId xmlns:p14="http://schemas.microsoft.com/office/powerpoint/2010/main" val="196906019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21_divider">
    <p:spTree>
      <p:nvGrpSpPr>
        <p:cNvPr id="1" name=""/>
        <p:cNvGrpSpPr/>
        <p:nvPr/>
      </p:nvGrpSpPr>
      <p:grpSpPr>
        <a:xfrm>
          <a:off x="0" y="0"/>
          <a:ext cx="0" cy="0"/>
          <a:chOff x="0" y="0"/>
          <a:chExt cx="0" cy="0"/>
        </a:xfrm>
      </p:grpSpPr>
      <p:sp>
        <p:nvSpPr>
          <p:cNvPr id="3" name="Picture Placeholder 2"/>
          <p:cNvSpPr>
            <a:spLocks noGrp="1" noEditPoints="1"/>
          </p:cNvSpPr>
          <p:nvPr>
            <p:ph type="pic" sz="quarter" idx="10"/>
          </p:nvPr>
        </p:nvSpPr>
        <p:spPr>
          <a:xfrm>
            <a:off x="0" y="0"/>
            <a:ext cx="12192000" cy="6858000"/>
          </a:xfrm>
        </p:spPr>
        <p:txBody>
          <a:bodyPr/>
          <a:lstStyle/>
          <a:p>
            <a:pPr lvl="0"/>
            <a:endParaRPr lang="en-US"/>
          </a:p>
        </p:txBody>
      </p:sp>
      <p:pic>
        <p:nvPicPr>
          <p:cNvPr id="18" name="Picture 17"/>
          <p:cNvPicPr>
            <a:picLocks noChangeAspect="1"/>
          </p:cNvPicPr>
          <p:nvPr userDrawn="1"/>
        </p:nvPicPr>
        <p:blipFill>
          <a:blip r:embed="rId2"/>
          <a:srcRect/>
          <a:stretch>
            <a:fillRect/>
          </a:stretch>
        </p:blipFill>
        <p:spPr>
          <a:xfrm>
            <a:off x="-1" y="-3491246"/>
            <a:ext cx="10358214" cy="10358214"/>
          </a:xfrm>
          <a:prstGeom prst="rect">
            <a:avLst/>
          </a:prstGeom>
        </p:spPr>
      </p:pic>
      <p:sp>
        <p:nvSpPr>
          <p:cNvPr id="12" name="Picture Placeholder 2"/>
          <p:cNvSpPr>
            <a:spLocks noGrp="1" noEditPoints="1"/>
          </p:cNvSpPr>
          <p:nvPr>
            <p:ph type="pic" sz="quarter" idx="11"/>
          </p:nvPr>
        </p:nvSpPr>
        <p:spPr>
          <a:xfrm>
            <a:off x="0" y="0"/>
            <a:ext cx="12192000" cy="6858000"/>
          </a:xfrm>
        </p:spPr>
        <p:txBody>
          <a:bodyPr/>
          <a:lstStyle/>
          <a:p>
            <a:pPr lvl="0"/>
            <a:endParaRPr lang="en-US"/>
          </a:p>
        </p:txBody>
      </p:sp>
      <p:sp>
        <p:nvSpPr>
          <p:cNvPr id="14" name="Title 1"/>
          <p:cNvSpPr>
            <a:spLocks noGrp="1" noEditPoints="1"/>
          </p:cNvSpPr>
          <p:nvPr>
            <p:ph type="ctrTitle"/>
          </p:nvPr>
        </p:nvSpPr>
        <p:spPr>
          <a:xfrm>
            <a:off x="1833787" y="786741"/>
            <a:ext cx="5921680" cy="1874852"/>
          </a:xfrm>
        </p:spPr>
        <p:txBody>
          <a:bodyPr anchor="b"/>
          <a:lstStyle>
            <a:lvl1pPr algn="l">
              <a:defRPr sz="6000">
                <a:solidFill>
                  <a:schemeClr val="bg1"/>
                </a:solidFill>
              </a:defRPr>
            </a:lvl1pPr>
          </a:lstStyle>
          <a:p>
            <a:r>
              <a:rPr lang="en-US"/>
              <a:t>Click to edit Master title style</a:t>
            </a:r>
          </a:p>
        </p:txBody>
      </p:sp>
      <p:sp>
        <p:nvSpPr>
          <p:cNvPr id="15" name="Subtitle 2"/>
          <p:cNvSpPr>
            <a:spLocks noGrp="1" noEditPoints="1"/>
          </p:cNvSpPr>
          <p:nvPr>
            <p:ph type="subTitle" idx="1"/>
          </p:nvPr>
        </p:nvSpPr>
        <p:spPr>
          <a:xfrm>
            <a:off x="1833787" y="2753669"/>
            <a:ext cx="5921680" cy="694666"/>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pic>
        <p:nvPicPr>
          <p:cNvPr id="17" name="Picture 16"/>
          <p:cNvPicPr>
            <a:picLocks noChangeAspect="1"/>
          </p:cNvPicPr>
          <p:nvPr userDrawn="1"/>
        </p:nvPicPr>
        <p:blipFill>
          <a:blip r:embed="rId3"/>
          <a:srcRect/>
          <a:stretch>
            <a:fillRect/>
          </a:stretch>
        </p:blipFill>
        <p:spPr>
          <a:xfrm>
            <a:off x="8926848" y="5621866"/>
            <a:ext cx="2523761" cy="665177"/>
          </a:xfrm>
          <a:prstGeom prst="rect">
            <a:avLst/>
          </a:prstGeom>
        </p:spPr>
      </p:pic>
    </p:spTree>
    <p:extLst>
      <p:ext uri="{BB962C8B-B14F-4D97-AF65-F5344CB8AC3E}">
        <p14:creationId xmlns:p14="http://schemas.microsoft.com/office/powerpoint/2010/main" val="313041138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Title, Sub Two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6" name="Text Placeholder 5"/>
          <p:cNvSpPr>
            <a:spLocks noGrp="1" noEditPoints="1"/>
          </p:cNvSpPr>
          <p:nvPr>
            <p:ph type="body" sz="quarter" idx="10"/>
          </p:nvPr>
        </p:nvSpPr>
        <p:spPr>
          <a:xfrm>
            <a:off x="381000" y="1495361"/>
            <a:ext cx="10972800" cy="530454"/>
          </a:xfrm>
        </p:spPr>
        <p:txBody>
          <a:bodyPr>
            <a:noAutofit/>
          </a:bodyPr>
          <a:lstStyle>
            <a:lvl1pPr marL="0" indent="0">
              <a:buNone/>
              <a:defRPr sz="3200" b="0" i="0">
                <a:solidFill>
                  <a:schemeClr val="accent1"/>
                </a:solidFill>
                <a:latin typeface="IntelOne Text" panose="020B0503020203020204" pitchFamily="34" charset="77"/>
              </a:defRPr>
            </a:lvl1pPr>
            <a:lvl2pPr marL="457200" indent="0">
              <a:buNone/>
            </a:lvl2pPr>
          </a:lstStyle>
          <a:p>
            <a:pPr lvl="0"/>
            <a:r>
              <a:rPr lang="en-US"/>
              <a:t>Click to edit Master text styles</a:t>
            </a:r>
          </a:p>
        </p:txBody>
      </p:sp>
      <p:sp>
        <p:nvSpPr>
          <p:cNvPr id="3" name="Content Placeholder 2"/>
          <p:cNvSpPr>
            <a:spLocks noGrp="1" noEditPoints="1"/>
          </p:cNvSpPr>
          <p:nvPr>
            <p:ph sz="half" idx="1"/>
          </p:nvPr>
        </p:nvSpPr>
        <p:spPr>
          <a:xfrm>
            <a:off x="380999"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noEditPoints="1"/>
          </p:cNvSpPr>
          <p:nvPr>
            <p:ph sz="half" idx="2"/>
          </p:nvPr>
        </p:nvSpPr>
        <p:spPr>
          <a:xfrm>
            <a:off x="5923935" y="2105680"/>
            <a:ext cx="5429865" cy="4095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97204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Quote white">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4" name="Text Placeholder 3"/>
          <p:cNvSpPr>
            <a:spLocks noGrp="1" noEditPoints="1"/>
          </p:cNvSpPr>
          <p:nvPr>
            <p:ph type="body" sz="quarter" idx="10"/>
          </p:nvPr>
        </p:nvSpPr>
        <p:spPr>
          <a:xfrm>
            <a:off x="381000" y="1441833"/>
            <a:ext cx="10972800" cy="4241800"/>
          </a:xfrm>
        </p:spPr>
        <p:txBody>
          <a:bodyPr>
            <a:normAutofit/>
          </a:bodyPr>
          <a:lstStyle>
            <a:lvl1pPr marL="0" indent="0">
              <a:buNone/>
              <a:defRPr sz="6000" b="0" i="0">
                <a:solidFill>
                  <a:schemeClr val="accent1"/>
                </a:solidFill>
                <a:latin typeface="IntelOne Display Regular" panose="020B0503020203020204" pitchFamily="34" charset="0"/>
              </a:defRPr>
            </a:lvl1pPr>
          </a:lstStyle>
          <a:p>
            <a:pPr lvl="0"/>
            <a:r>
              <a:rPr lang="en-US"/>
              <a:t>Click to edit Master text styles</a:t>
            </a:r>
          </a:p>
        </p:txBody>
      </p:sp>
      <p:sp>
        <p:nvSpPr>
          <p:cNvPr id="6" name="Text Placeholder 5"/>
          <p:cNvSpPr>
            <a:spLocks noGrp="1" noEditPoints="1"/>
          </p:cNvSpPr>
          <p:nvPr>
            <p:ph type="body" sz="quarter" idx="11"/>
          </p:nvPr>
        </p:nvSpPr>
        <p:spPr>
          <a:xfrm>
            <a:off x="381000" y="5757203"/>
            <a:ext cx="10972800" cy="501650"/>
          </a:xfrm>
        </p:spPr>
        <p:txBody>
          <a:bodyPr/>
          <a:lstStyle>
            <a:lvl1pPr marL="0" indent="0">
              <a:buNone/>
              <a:defRPr>
                <a:solidFill>
                  <a:schemeClr val="tx2"/>
                </a:solidFill>
                <a:latin typeface="IntelOne Text" panose="020B0503020203020204" pitchFamily="34" charset="77"/>
              </a:defRPr>
            </a:lvl1pPr>
          </a:lstStyle>
          <a:p>
            <a:pPr lvl="0"/>
            <a:r>
              <a:rPr lang="en-US"/>
              <a:t>Click to edit Master text styles</a:t>
            </a:r>
          </a:p>
        </p:txBody>
      </p:sp>
    </p:spTree>
    <p:extLst>
      <p:ext uri="{BB962C8B-B14F-4D97-AF65-F5344CB8AC3E}">
        <p14:creationId xmlns:p14="http://schemas.microsoft.com/office/powerpoint/2010/main" val="291237686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Start / Finish">
    <p:spTree>
      <p:nvGrpSpPr>
        <p:cNvPr id="1" name=""/>
        <p:cNvGrpSpPr/>
        <p:nvPr/>
      </p:nvGrpSpPr>
      <p:grpSpPr>
        <a:xfrm>
          <a:off x="0" y="0"/>
          <a:ext cx="0" cy="0"/>
          <a:chOff x="0" y="0"/>
          <a:chExt cx="0" cy="0"/>
        </a:xfrm>
      </p:grpSpPr>
      <p:sp>
        <p:nvSpPr>
          <p:cNvPr id="7" name="Picture Placeholder 6"/>
          <p:cNvSpPr>
            <a:spLocks noGrp="1" noEditPoints="1"/>
          </p:cNvSpPr>
          <p:nvPr>
            <p:ph type="pic" sz="quarter" idx="10"/>
          </p:nvPr>
        </p:nvSpPr>
        <p:spPr>
          <a:xfrm>
            <a:off x="0" y="0"/>
            <a:ext cx="12192000" cy="6858000"/>
          </a:xfrm>
        </p:spPr>
        <p:txBody>
          <a:bodyPr/>
          <a:lstStyle>
            <a:lvl1pPr marL="0" indent="0">
              <a:buNone/>
            </a:lvl1pPr>
          </a:lstStyle>
          <a:p>
            <a:pPr lvl="0"/>
            <a:endParaRPr lang="en-US"/>
          </a:p>
        </p:txBody>
      </p:sp>
    </p:spTree>
    <p:extLst>
      <p:ext uri="{BB962C8B-B14F-4D97-AF65-F5344CB8AC3E}">
        <p14:creationId xmlns:p14="http://schemas.microsoft.com/office/powerpoint/2010/main" val="316588800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Title_USF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14012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22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6" name="Rectangle 5">
            <a:extLst>
              <a:ext uri="{FF2B5EF4-FFF2-40B4-BE49-F238E27FC236}">
                <a16:creationId xmlns:a16="http://schemas.microsoft.com/office/drawing/2014/main" id="{9D30CAA2-E96E-4191-8114-059683D98E64}"/>
              </a:ext>
            </a:extLst>
          </p:cNvPr>
          <p:cNvSpPr/>
          <p:nvPr userDrawn="1"/>
        </p:nvSpPr>
        <p:spPr>
          <a:xfrm>
            <a:off x="11908330" y="0"/>
            <a:ext cx="283670" cy="6533642"/>
          </a:xfrm>
          <a:prstGeom prst="rect">
            <a:avLst/>
          </a:prstGeom>
          <a:solidFill>
            <a:srgbClr val="00C7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374105922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3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6" name="Rectangle 5">
            <a:extLst>
              <a:ext uri="{FF2B5EF4-FFF2-40B4-BE49-F238E27FC236}">
                <a16:creationId xmlns:a16="http://schemas.microsoft.com/office/drawing/2014/main" id="{9D30CAA2-E96E-4191-8114-059683D98E64}"/>
              </a:ext>
            </a:extLst>
          </p:cNvPr>
          <p:cNvSpPr/>
          <p:nvPr userDrawn="1"/>
        </p:nvSpPr>
        <p:spPr>
          <a:xfrm>
            <a:off x="11908330" y="0"/>
            <a:ext cx="283670" cy="6533642"/>
          </a:xfrm>
          <a:prstGeom prst="rect">
            <a:avLst/>
          </a:prstGeom>
          <a:solidFill>
            <a:srgbClr val="F55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83482851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4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6" name="Rectangle 5">
            <a:extLst>
              <a:ext uri="{FF2B5EF4-FFF2-40B4-BE49-F238E27FC236}">
                <a16:creationId xmlns:a16="http://schemas.microsoft.com/office/drawing/2014/main" id="{9D30CAA2-E96E-4191-8114-059683D98E64}"/>
              </a:ext>
            </a:extLst>
          </p:cNvPr>
          <p:cNvSpPr/>
          <p:nvPr userDrawn="1"/>
        </p:nvSpPr>
        <p:spPr>
          <a:xfrm>
            <a:off x="11908330" y="0"/>
            <a:ext cx="283670" cy="6533642"/>
          </a:xfrm>
          <a:prstGeom prst="rect">
            <a:avLst/>
          </a:prstGeom>
          <a:solidFill>
            <a:srgbClr val="8BAE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372561396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6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63172871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5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6" name="Rectangle 5">
            <a:extLst>
              <a:ext uri="{FF2B5EF4-FFF2-40B4-BE49-F238E27FC236}">
                <a16:creationId xmlns:a16="http://schemas.microsoft.com/office/drawing/2014/main" id="{9D30CAA2-E96E-4191-8114-059683D98E64}"/>
              </a:ext>
            </a:extLst>
          </p:cNvPr>
          <p:cNvSpPr/>
          <p:nvPr userDrawn="1"/>
        </p:nvSpPr>
        <p:spPr>
          <a:xfrm>
            <a:off x="11908330" y="0"/>
            <a:ext cx="283670" cy="6533642"/>
          </a:xfrm>
          <a:prstGeom prst="rect">
            <a:avLst/>
          </a:prstGeom>
          <a:solidFill>
            <a:srgbClr val="F4CC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143349356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7_divid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C6BE59-921F-4191-A701-808C5F2124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616811" y="6348426"/>
            <a:ext cx="1121944" cy="319754"/>
          </a:xfrm>
          <a:prstGeom prst="rect">
            <a:avLst/>
          </a:prstGeom>
        </p:spPr>
      </p:pic>
      <p:sp>
        <p:nvSpPr>
          <p:cNvPr id="5" name="Rectangle 4">
            <a:extLst>
              <a:ext uri="{FF2B5EF4-FFF2-40B4-BE49-F238E27FC236}">
                <a16:creationId xmlns:a16="http://schemas.microsoft.com/office/drawing/2014/main" id="{7798A485-5504-4C11-A44F-A89D4CD92A90}"/>
              </a:ext>
            </a:extLst>
          </p:cNvPr>
          <p:cNvSpPr/>
          <p:nvPr userDrawn="1"/>
        </p:nvSpPr>
        <p:spPr>
          <a:xfrm>
            <a:off x="10612857" y="6812281"/>
            <a:ext cx="1121944" cy="45719"/>
          </a:xfrm>
          <a:prstGeom prst="rect">
            <a:avLst/>
          </a:prstGeom>
          <a:solidFill>
            <a:srgbClr val="1E2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6" name="Rectangle 5">
            <a:extLst>
              <a:ext uri="{FF2B5EF4-FFF2-40B4-BE49-F238E27FC236}">
                <a16:creationId xmlns:a16="http://schemas.microsoft.com/office/drawing/2014/main" id="{9D30CAA2-E96E-4191-8114-059683D98E64}"/>
              </a:ext>
            </a:extLst>
          </p:cNvPr>
          <p:cNvSpPr/>
          <p:nvPr userDrawn="1"/>
        </p:nvSpPr>
        <p:spPr>
          <a:xfrm>
            <a:off x="11908330" y="0"/>
            <a:ext cx="283670" cy="6533642"/>
          </a:xfrm>
          <a:prstGeom prst="rect">
            <a:avLst/>
          </a:prstGeom>
          <a:solidFill>
            <a:srgbClr val="BABA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Display Regular"/>
            </a:endParaRPr>
          </a:p>
        </p:txBody>
      </p:sp>
      <p:sp>
        <p:nvSpPr>
          <p:cNvPr id="7" name="Rectangle 6">
            <a:extLst>
              <a:ext uri="{FF2B5EF4-FFF2-40B4-BE49-F238E27FC236}">
                <a16:creationId xmlns:a16="http://schemas.microsoft.com/office/drawing/2014/main" id="{E5CA64BF-695E-4CAD-9706-347A739222C7}"/>
              </a:ext>
            </a:extLst>
          </p:cNvPr>
          <p:cNvSpPr/>
          <p:nvPr userDrawn="1"/>
        </p:nvSpPr>
        <p:spPr>
          <a:xfrm>
            <a:off x="11734800" y="6586538"/>
            <a:ext cx="457200" cy="27146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25479" rtl="0" eaLnBrk="1" fontAlgn="auto" latinLnBrk="0" hangingPunct="0">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IntelOne Display Regular"/>
              <a:ea typeface="Helvetica Neue Medium"/>
              <a:cs typeface="Helvetica Neue Medium"/>
              <a:sym typeface="Helvetica Neue Medium"/>
            </a:endParaRPr>
          </a:p>
        </p:txBody>
      </p:sp>
      <p:sp>
        <p:nvSpPr>
          <p:cNvPr id="9" name="TextBox 8">
            <a:extLst>
              <a:ext uri="{FF2B5EF4-FFF2-40B4-BE49-F238E27FC236}">
                <a16:creationId xmlns:a16="http://schemas.microsoft.com/office/drawing/2014/main" id="{3C4634EC-20EE-423A-BB3D-FC9622B5336E}"/>
              </a:ext>
            </a:extLst>
          </p:cNvPr>
          <p:cNvSpPr txBox="1"/>
          <p:nvPr userDrawn="1"/>
        </p:nvSpPr>
        <p:spPr>
          <a:xfrm>
            <a:off x="11908330" y="6631623"/>
            <a:ext cx="14266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lvl="0" indent="0" algn="ctr" defTabSz="2438278" rtl="0" eaLnBrk="1" fontAlgn="auto" latinLnBrk="0" hangingPunct="0">
              <a:lnSpc>
                <a:spcPct val="100000"/>
              </a:lnSpc>
              <a:spcBef>
                <a:spcPts val="0"/>
              </a:spcBef>
              <a:spcAft>
                <a:spcPts val="0"/>
              </a:spcAft>
              <a:buClrTx/>
              <a:buSzTx/>
              <a:buFontTx/>
              <a:buNone/>
              <a:tabLst/>
              <a:defRPr/>
            </a:pPr>
            <a:fld id="{4F6B73DA-0149-4325-A7B8-AE29BD4BC701}" type="slidenum">
              <a:rPr kumimoji="0" lang="en-US" sz="1000" b="0" i="0" u="none" strike="noStrike" kern="1200" cap="none" spc="0" normalizeH="0" baseline="0" noProof="0" smtClean="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rPr>
              <a:pPr marL="0" marR="0" lvl="0" indent="0" algn="ctr" defTabSz="2438278" rtl="0" eaLnBrk="1" fontAlgn="auto" latinLnBrk="0" hangingPunct="0">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50000"/>
                </a:srgbClr>
              </a:solidFill>
              <a:effectLst/>
              <a:uLnTx/>
              <a:uFillTx/>
              <a:latin typeface="IntelOne Display Regular"/>
              <a:ea typeface="Intel Clear" panose="020B0604020203020204" pitchFamily="34" charset="0"/>
              <a:cs typeface="Times New Roman" panose="02020603050405020304" pitchFamily="18" charset="0"/>
              <a:sym typeface="Helvetica Neue"/>
            </a:endParaRPr>
          </a:p>
        </p:txBody>
      </p:sp>
    </p:spTree>
    <p:extLst>
      <p:ext uri="{BB962C8B-B14F-4D97-AF65-F5344CB8AC3E}">
        <p14:creationId xmlns:p14="http://schemas.microsoft.com/office/powerpoint/2010/main" val="24343540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Normal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CBE35-7284-41BD-A052-C38A3C9C757B}"/>
              </a:ext>
            </a:extLst>
          </p:cNvPr>
          <p:cNvSpPr>
            <a:spLocks noGrp="1"/>
          </p:cNvSpPr>
          <p:nvPr>
            <p:ph type="title"/>
          </p:nvPr>
        </p:nvSpPr>
        <p:spPr>
          <a:xfrm>
            <a:off x="431800" y="118268"/>
            <a:ext cx="10515600" cy="1325563"/>
          </a:xfrm>
        </p:spPr>
        <p:txBody>
          <a:bodyPr>
            <a:normAutofit/>
          </a:bodyPr>
          <a:lstStyle>
            <a:lvl1pPr>
              <a:defRPr sz="3600">
                <a:latin typeface="IntelOne Display Light" panose="020B0403020203020204" pitchFamily="34" charset="0"/>
              </a:defRPr>
            </a:lvl1pPr>
          </a:lstStyle>
          <a:p>
            <a:r>
              <a:rPr lang="en-US"/>
              <a:t>Click to edit Master title style</a:t>
            </a:r>
          </a:p>
        </p:txBody>
      </p:sp>
      <p:sp>
        <p:nvSpPr>
          <p:cNvPr id="4" name="Text Placeholder 3">
            <a:extLst>
              <a:ext uri="{FF2B5EF4-FFF2-40B4-BE49-F238E27FC236}">
                <a16:creationId xmlns:a16="http://schemas.microsoft.com/office/drawing/2014/main" id="{62573FF1-8380-4CA6-94C0-5C13DD3EEDB1}"/>
              </a:ext>
            </a:extLst>
          </p:cNvPr>
          <p:cNvSpPr>
            <a:spLocks noGrp="1"/>
          </p:cNvSpPr>
          <p:nvPr>
            <p:ph type="body" sz="quarter" idx="13"/>
          </p:nvPr>
        </p:nvSpPr>
        <p:spPr>
          <a:xfrm>
            <a:off x="431799" y="1443831"/>
            <a:ext cx="10515600" cy="3998912"/>
          </a:xfrm>
        </p:spPr>
        <p:txBody>
          <a:bodyPr>
            <a:normAutofit/>
          </a:bodyPr>
          <a:lstStyle>
            <a:lvl1pPr marL="0" indent="0">
              <a:buClrTx/>
              <a:buFont typeface="Arial" panose="020B0604020202020204" pitchFamily="34" charset="0"/>
              <a:buNone/>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1pPr>
            <a:lvl2pPr marL="803275" indent="-346075">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2pPr>
            <a:lvl3pPr marL="11430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3pPr>
            <a:lvl4pPr marL="16002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4pPr>
            <a:lvl5pPr marL="2057400" indent="-228600">
              <a:buClrTx/>
              <a:buFont typeface="Arial" panose="020B0604020202020204" pitchFamily="34" charset="0"/>
              <a:buChar char="•"/>
              <a:defRPr sz="2400">
                <a:solidFill>
                  <a:schemeClr val="tx1"/>
                </a:solidFill>
                <a:latin typeface="IntelOne Text Light" panose="020B0403020203020204" pitchFamily="34" charset="0"/>
                <a:ea typeface="Intel Clear Light" panose="020B0404020203020204" pitchFamily="34" charset="0"/>
                <a:cs typeface="Intel Clear Light" panose="020B0404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81327F7B-5D69-4D60-B426-5AB8111F7B61}"/>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394BEC9C-8ADD-401E-860A-FC414480A6ED}"/>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2" name="Picture 11">
            <a:extLst>
              <a:ext uri="{FF2B5EF4-FFF2-40B4-BE49-F238E27FC236}">
                <a16:creationId xmlns:a16="http://schemas.microsoft.com/office/drawing/2014/main" id="{5DCCD2C6-79CC-485E-8D48-7E59D23DD5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
        <p:nvSpPr>
          <p:cNvPr id="13" name="Rectangle 12">
            <a:extLst>
              <a:ext uri="{FF2B5EF4-FFF2-40B4-BE49-F238E27FC236}">
                <a16:creationId xmlns:a16="http://schemas.microsoft.com/office/drawing/2014/main" id="{F4EC1346-44EE-40B5-8AF9-721E65E8EBB3}"/>
              </a:ext>
            </a:extLst>
          </p:cNvPr>
          <p:cNvSpPr/>
          <p:nvPr userDrawn="1"/>
        </p:nvSpPr>
        <p:spPr>
          <a:xfrm>
            <a:off x="11734801" y="6393067"/>
            <a:ext cx="457199" cy="464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4">
            <a:extLst>
              <a:ext uri="{FF2B5EF4-FFF2-40B4-BE49-F238E27FC236}">
                <a16:creationId xmlns:a16="http://schemas.microsoft.com/office/drawing/2014/main" id="{288DE5C8-3F15-477B-923C-9752FAF8DDB3}"/>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a:p>
        </p:txBody>
      </p:sp>
    </p:spTree>
    <p:extLst>
      <p:ext uri="{BB962C8B-B14F-4D97-AF65-F5344CB8AC3E}">
        <p14:creationId xmlns:p14="http://schemas.microsoft.com/office/powerpoint/2010/main" val="275771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Section Break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D06A29-BBC6-494F-A59E-2D0B4F30B9A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174"/>
            <a:ext cx="12202447" cy="6861174"/>
          </a:xfrm>
          <a:prstGeom prst="rect">
            <a:avLst/>
          </a:prstGeom>
        </p:spPr>
      </p:pic>
      <p:sp>
        <p:nvSpPr>
          <p:cNvPr id="12" name="Title 11">
            <a:extLst>
              <a:ext uri="{FF2B5EF4-FFF2-40B4-BE49-F238E27FC236}">
                <a16:creationId xmlns:a16="http://schemas.microsoft.com/office/drawing/2014/main" id="{626255CE-0D5B-412F-B73D-2326DF86CCBE}"/>
              </a:ext>
            </a:extLst>
          </p:cNvPr>
          <p:cNvSpPr>
            <a:spLocks noGrp="1"/>
          </p:cNvSpPr>
          <p:nvPr>
            <p:ph type="title"/>
          </p:nvPr>
        </p:nvSpPr>
        <p:spPr>
          <a:xfrm>
            <a:off x="1833785" y="1743334"/>
            <a:ext cx="8781661" cy="1874852"/>
          </a:xfrm>
        </p:spPr>
        <p:txBody>
          <a:bodyPr>
            <a:normAutofit/>
          </a:bodyPr>
          <a:lstStyle>
            <a:lvl1pPr>
              <a:defRPr sz="6000">
                <a:latin typeface="IntelOne Display Light" panose="020B0403020203020204" pitchFamily="34" charset="0"/>
              </a:defRPr>
            </a:lvl1pPr>
          </a:lstStyle>
          <a:p>
            <a:r>
              <a:rPr lang="en-US"/>
              <a:t>Click to edit Master title style</a:t>
            </a:r>
          </a:p>
        </p:txBody>
      </p:sp>
      <p:sp>
        <p:nvSpPr>
          <p:cNvPr id="15" name="Text Placeholder 14">
            <a:extLst>
              <a:ext uri="{FF2B5EF4-FFF2-40B4-BE49-F238E27FC236}">
                <a16:creationId xmlns:a16="http://schemas.microsoft.com/office/drawing/2014/main" id="{C5FB3502-A6DE-4A32-8CF9-3A20486907D4}"/>
              </a:ext>
            </a:extLst>
          </p:cNvPr>
          <p:cNvSpPr>
            <a:spLocks noGrp="1"/>
          </p:cNvSpPr>
          <p:nvPr>
            <p:ph type="body" sz="quarter" idx="13"/>
          </p:nvPr>
        </p:nvSpPr>
        <p:spPr>
          <a:xfrm>
            <a:off x="1833563" y="3710273"/>
            <a:ext cx="5176837" cy="649287"/>
          </a:xfrm>
        </p:spPr>
        <p:txBody>
          <a:bodyPr>
            <a:normAutofit/>
          </a:bodyPr>
          <a:lstStyle>
            <a:lvl1pPr marL="0" indent="0">
              <a:buNone/>
              <a:defRPr sz="2400">
                <a:latin typeface="IntelOne Display Light" panose="020B0403020203020204" pitchFamily="34" charset="0"/>
              </a:defRPr>
            </a:lvl1pPr>
          </a:lstStyle>
          <a:p>
            <a:pPr lvl="0"/>
            <a:r>
              <a:rPr lang="en-US"/>
              <a:t>Click to edit Master text styles</a:t>
            </a:r>
          </a:p>
        </p:txBody>
      </p:sp>
    </p:spTree>
    <p:extLst>
      <p:ext uri="{BB962C8B-B14F-4D97-AF65-F5344CB8AC3E}">
        <p14:creationId xmlns:p14="http://schemas.microsoft.com/office/powerpoint/2010/main" val="858995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Full page photo">
  <p:cSld name="Full page photo">
    <p:spTree>
      <p:nvGrpSpPr>
        <p:cNvPr id="1" name="Shape 148"/>
        <p:cNvGrpSpPr/>
        <p:nvPr/>
      </p:nvGrpSpPr>
      <p:grpSpPr>
        <a:xfrm>
          <a:off x="0" y="0"/>
          <a:ext cx="0" cy="0"/>
          <a:chOff x="0" y="0"/>
          <a:chExt cx="0" cy="0"/>
        </a:xfrm>
      </p:grpSpPr>
      <p:sp>
        <p:nvSpPr>
          <p:cNvPr id="149" name="Google Shape;149;p29"/>
          <p:cNvSpPr>
            <a:spLocks noGrp="1"/>
          </p:cNvSpPr>
          <p:nvPr>
            <p:ph type="pic" idx="2"/>
          </p:nvPr>
        </p:nvSpPr>
        <p:spPr>
          <a:xfrm>
            <a:off x="0" y="0"/>
            <a:ext cx="11734800" cy="6400799"/>
          </a:xfrm>
          <a:prstGeom prst="rect">
            <a:avLst/>
          </a:prstGeom>
          <a:noFill/>
          <a:ln>
            <a:noFill/>
          </a:ln>
        </p:spPr>
        <p:txBody>
          <a:bodyPr/>
          <a:lstStyle/>
          <a:p>
            <a:endParaRPr lang="en-US"/>
          </a:p>
        </p:txBody>
      </p:sp>
    </p:spTree>
    <p:extLst>
      <p:ext uri="{BB962C8B-B14F-4D97-AF65-F5344CB8AC3E}">
        <p14:creationId xmlns:p14="http://schemas.microsoft.com/office/powerpoint/2010/main" val="166526229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Normal Page">
  <p:cSld name="1_Normal Page">
    <p:spTree>
      <p:nvGrpSpPr>
        <p:cNvPr id="1" name="Shape 409"/>
        <p:cNvGrpSpPr/>
        <p:nvPr/>
      </p:nvGrpSpPr>
      <p:grpSpPr>
        <a:xfrm>
          <a:off x="0" y="0"/>
          <a:ext cx="0" cy="0"/>
          <a:chOff x="0" y="0"/>
          <a:chExt cx="0" cy="0"/>
        </a:xfrm>
      </p:grpSpPr>
      <p:sp>
        <p:nvSpPr>
          <p:cNvPr id="410" name="Google Shape;410;p31"/>
          <p:cNvSpPr txBox="1">
            <a:spLocks noGrp="1"/>
          </p:cNvSpPr>
          <p:nvPr>
            <p:ph type="title"/>
          </p:nvPr>
        </p:nvSpPr>
        <p:spPr>
          <a:xfrm>
            <a:off x="487217" y="55362"/>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Play"/>
              <a:buNone/>
              <a:defRPr sz="3600">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1" name="Google Shape;411;p31"/>
          <p:cNvSpPr txBox="1">
            <a:spLocks noGrp="1"/>
          </p:cNvSpPr>
          <p:nvPr>
            <p:ph type="body" idx="1"/>
          </p:nvPr>
        </p:nvSpPr>
        <p:spPr>
          <a:xfrm>
            <a:off x="487217" y="1380925"/>
            <a:ext cx="10515600" cy="399891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800"/>
              <a:buFont typeface="Arial"/>
              <a:buNone/>
              <a:defRPr sz="2800">
                <a:solidFill>
                  <a:schemeClr val="dk1"/>
                </a:solidFill>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2pPr>
            <a:lvl3pPr marL="1371600" lvl="2"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3pPr>
            <a:lvl4pPr marL="1828800" lvl="3"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4pPr>
            <a:lvl5pPr marL="2286000" lvl="4" indent="-406400" algn="l">
              <a:lnSpc>
                <a:spcPct val="90000"/>
              </a:lnSpc>
              <a:spcBef>
                <a:spcPts val="500"/>
              </a:spcBef>
              <a:spcAft>
                <a:spcPts val="0"/>
              </a:spcAft>
              <a:buClr>
                <a:schemeClr val="dk1"/>
              </a:buClr>
              <a:buSzPts val="2800"/>
              <a:buFont typeface="Arial"/>
              <a:buChar char="•"/>
              <a:defRPr sz="2800">
                <a:solidFill>
                  <a:schemeClr val="dk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2" name="Google Shape;412;p31"/>
          <p:cNvSpPr/>
          <p:nvPr/>
        </p:nvSpPr>
        <p:spPr>
          <a:xfrm>
            <a:off x="0" y="6400800"/>
            <a:ext cx="11734800" cy="457200"/>
          </a:xfrm>
          <a:prstGeom prst="rect">
            <a:avLst/>
          </a:prstGeom>
          <a:solidFill>
            <a:srgbClr val="F2F2F2"/>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chemeClr val="dk1"/>
              </a:buClr>
              <a:buSzPts val="3200"/>
              <a:buFont typeface="Calibri"/>
              <a:buNone/>
            </a:pPr>
            <a:endParaRPr sz="3200" b="0" i="0" u="none" strike="noStrike" cap="none">
              <a:solidFill>
                <a:srgbClr val="FFFFFF"/>
              </a:solidFill>
              <a:latin typeface="Calibri"/>
              <a:ea typeface="Calibri"/>
              <a:cs typeface="Calibri"/>
              <a:sym typeface="Calibri"/>
            </a:endParaRPr>
          </a:p>
        </p:txBody>
      </p:sp>
      <p:sp>
        <p:nvSpPr>
          <p:cNvPr id="413" name="Google Shape;413;p31"/>
          <p:cNvSpPr/>
          <p:nvPr/>
        </p:nvSpPr>
        <p:spPr>
          <a:xfrm>
            <a:off x="11734800" y="0"/>
            <a:ext cx="457200" cy="6400800"/>
          </a:xfrm>
          <a:prstGeom prst="rect">
            <a:avLst/>
          </a:prstGeom>
          <a:solidFill>
            <a:srgbClr val="F2F2F2"/>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chemeClr val="dk1"/>
              </a:buClr>
              <a:buSzPts val="3200"/>
              <a:buFont typeface="Calibri"/>
              <a:buNone/>
            </a:pPr>
            <a:endParaRPr sz="3200" b="0" i="0" u="none" strike="noStrike" cap="none">
              <a:solidFill>
                <a:srgbClr val="FFFFFF"/>
              </a:solidFill>
              <a:latin typeface="Calibri"/>
              <a:ea typeface="Calibri"/>
              <a:cs typeface="Calibri"/>
              <a:sym typeface="Calibri"/>
            </a:endParaRPr>
          </a:p>
        </p:txBody>
      </p:sp>
      <p:pic>
        <p:nvPicPr>
          <p:cNvPr id="414" name="Google Shape;414;p31"/>
          <p:cNvPicPr preferRelativeResize="0"/>
          <p:nvPr/>
        </p:nvPicPr>
        <p:blipFill rotWithShape="1">
          <a:blip r:embed="rId2">
            <a:alphaModFix/>
          </a:blip>
          <a:srcRect/>
          <a:stretch/>
        </p:blipFill>
        <p:spPr>
          <a:xfrm>
            <a:off x="10579394" y="6487319"/>
            <a:ext cx="1080977" cy="290623"/>
          </a:xfrm>
          <a:prstGeom prst="rect">
            <a:avLst/>
          </a:prstGeom>
          <a:noFill/>
          <a:ln>
            <a:noFill/>
          </a:ln>
        </p:spPr>
      </p:pic>
      <p:sp>
        <p:nvSpPr>
          <p:cNvPr id="415" name="Google Shape;415;p31"/>
          <p:cNvSpPr/>
          <p:nvPr/>
        </p:nvSpPr>
        <p:spPr>
          <a:xfrm>
            <a:off x="11734801" y="6393067"/>
            <a:ext cx="457199" cy="46493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6" name="Google Shape;416;p31"/>
          <p:cNvSpPr txBox="1">
            <a:spLocks noGrp="1"/>
          </p:cNvSpPr>
          <p:nvPr>
            <p:ph type="sldNum" idx="12"/>
          </p:nvPr>
        </p:nvSpPr>
        <p:spPr>
          <a:xfrm>
            <a:off x="11725564" y="6495398"/>
            <a:ext cx="457200" cy="360363"/>
          </a:xfrm>
          <a:prstGeom prst="rect">
            <a:avLst/>
          </a:prstGeom>
          <a:noFill/>
          <a:ln>
            <a:noFill/>
          </a:ln>
        </p:spPr>
        <p:txBody>
          <a:bodyPr spcFirstLastPara="1" wrap="square" lIns="91425" tIns="45700" rIns="91425" bIns="45700" anchor="t" anchorCtr="0">
            <a:noAutofit/>
          </a:bodyPr>
          <a:lstStyle>
            <a:lvl1pPr marL="0" lvl="0" indent="0" algn="ctr">
              <a:spcBef>
                <a:spcPts val="0"/>
              </a:spcBef>
              <a:buNone/>
              <a:defRPr sz="1000">
                <a:solidFill>
                  <a:schemeClr val="dk1"/>
                </a:solidFill>
                <a:latin typeface="Play"/>
                <a:ea typeface="Play"/>
                <a:cs typeface="Play"/>
                <a:sym typeface="Play"/>
              </a:defRPr>
            </a:lvl1pPr>
            <a:lvl2pPr marL="0" lvl="1" indent="0" algn="ctr">
              <a:spcBef>
                <a:spcPts val="0"/>
              </a:spcBef>
              <a:buNone/>
              <a:defRPr sz="1000">
                <a:solidFill>
                  <a:schemeClr val="dk1"/>
                </a:solidFill>
                <a:latin typeface="Play"/>
                <a:ea typeface="Play"/>
                <a:cs typeface="Play"/>
                <a:sym typeface="Play"/>
              </a:defRPr>
            </a:lvl2pPr>
            <a:lvl3pPr marL="0" lvl="2" indent="0" algn="ctr">
              <a:spcBef>
                <a:spcPts val="0"/>
              </a:spcBef>
              <a:buNone/>
              <a:defRPr sz="1000">
                <a:solidFill>
                  <a:schemeClr val="dk1"/>
                </a:solidFill>
                <a:latin typeface="Play"/>
                <a:ea typeface="Play"/>
                <a:cs typeface="Play"/>
                <a:sym typeface="Play"/>
              </a:defRPr>
            </a:lvl3pPr>
            <a:lvl4pPr marL="0" lvl="3" indent="0" algn="ctr">
              <a:spcBef>
                <a:spcPts val="0"/>
              </a:spcBef>
              <a:buNone/>
              <a:defRPr sz="1000">
                <a:solidFill>
                  <a:schemeClr val="dk1"/>
                </a:solidFill>
                <a:latin typeface="Play"/>
                <a:ea typeface="Play"/>
                <a:cs typeface="Play"/>
                <a:sym typeface="Play"/>
              </a:defRPr>
            </a:lvl4pPr>
            <a:lvl5pPr marL="0" lvl="4" indent="0" algn="ctr">
              <a:spcBef>
                <a:spcPts val="0"/>
              </a:spcBef>
              <a:buNone/>
              <a:defRPr sz="1000">
                <a:solidFill>
                  <a:schemeClr val="dk1"/>
                </a:solidFill>
                <a:latin typeface="Play"/>
                <a:ea typeface="Play"/>
                <a:cs typeface="Play"/>
                <a:sym typeface="Play"/>
              </a:defRPr>
            </a:lvl5pPr>
            <a:lvl6pPr marL="0" lvl="5" indent="0" algn="ctr">
              <a:spcBef>
                <a:spcPts val="0"/>
              </a:spcBef>
              <a:buNone/>
              <a:defRPr sz="1000">
                <a:solidFill>
                  <a:schemeClr val="dk1"/>
                </a:solidFill>
                <a:latin typeface="Play"/>
                <a:ea typeface="Play"/>
                <a:cs typeface="Play"/>
                <a:sym typeface="Play"/>
              </a:defRPr>
            </a:lvl6pPr>
            <a:lvl7pPr marL="0" lvl="6" indent="0" algn="ctr">
              <a:spcBef>
                <a:spcPts val="0"/>
              </a:spcBef>
              <a:buNone/>
              <a:defRPr sz="1000">
                <a:solidFill>
                  <a:schemeClr val="dk1"/>
                </a:solidFill>
                <a:latin typeface="Play"/>
                <a:ea typeface="Play"/>
                <a:cs typeface="Play"/>
                <a:sym typeface="Play"/>
              </a:defRPr>
            </a:lvl7pPr>
            <a:lvl8pPr marL="0" lvl="7" indent="0" algn="ctr">
              <a:spcBef>
                <a:spcPts val="0"/>
              </a:spcBef>
              <a:buNone/>
              <a:defRPr sz="1000">
                <a:solidFill>
                  <a:schemeClr val="dk1"/>
                </a:solidFill>
                <a:latin typeface="Play"/>
                <a:ea typeface="Play"/>
                <a:cs typeface="Play"/>
                <a:sym typeface="Play"/>
              </a:defRPr>
            </a:lvl8pPr>
            <a:lvl9pPr marL="0" lvl="8" indent="0" algn="ctr">
              <a:spcBef>
                <a:spcPts val="0"/>
              </a:spcBef>
              <a:buNone/>
              <a:defRPr sz="1000">
                <a:solidFill>
                  <a:schemeClr val="dk1"/>
                </a:solidFill>
                <a:latin typeface="Play"/>
                <a:ea typeface="Play"/>
                <a:cs typeface="Play"/>
                <a:sym typeface="Play"/>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36138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Normal Pag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1327F7B-5D69-4D60-B426-5AB8111F7B61}"/>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394BEC9C-8ADD-401E-860A-FC414480A6ED}"/>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2" name="Picture 11">
            <a:extLst>
              <a:ext uri="{FF2B5EF4-FFF2-40B4-BE49-F238E27FC236}">
                <a16:creationId xmlns:a16="http://schemas.microsoft.com/office/drawing/2014/main" id="{5DCCD2C6-79CC-485E-8D48-7E59D23DD5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
        <p:nvSpPr>
          <p:cNvPr id="13" name="Rectangle 12">
            <a:extLst>
              <a:ext uri="{FF2B5EF4-FFF2-40B4-BE49-F238E27FC236}">
                <a16:creationId xmlns:a16="http://schemas.microsoft.com/office/drawing/2014/main" id="{F4EC1346-44EE-40B5-8AF9-721E65E8EBB3}"/>
              </a:ext>
            </a:extLst>
          </p:cNvPr>
          <p:cNvSpPr/>
          <p:nvPr userDrawn="1"/>
        </p:nvSpPr>
        <p:spPr>
          <a:xfrm>
            <a:off x="11734801" y="6393067"/>
            <a:ext cx="457199" cy="464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4">
            <a:extLst>
              <a:ext uri="{FF2B5EF4-FFF2-40B4-BE49-F238E27FC236}">
                <a16:creationId xmlns:a16="http://schemas.microsoft.com/office/drawing/2014/main" id="{288DE5C8-3F15-477B-923C-9752FAF8DDB3}"/>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a:p>
        </p:txBody>
      </p:sp>
    </p:spTree>
    <p:extLst>
      <p:ext uri="{BB962C8B-B14F-4D97-AF65-F5344CB8AC3E}">
        <p14:creationId xmlns:p14="http://schemas.microsoft.com/office/powerpoint/2010/main" val="4091134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Agenda/Recap/Discus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CBE35-7284-41BD-A052-C38A3C9C757B}"/>
              </a:ext>
            </a:extLst>
          </p:cNvPr>
          <p:cNvSpPr>
            <a:spLocks noGrp="1"/>
          </p:cNvSpPr>
          <p:nvPr>
            <p:ph type="title"/>
          </p:nvPr>
        </p:nvSpPr>
        <p:spPr>
          <a:xfrm>
            <a:off x="431800" y="118268"/>
            <a:ext cx="10515600" cy="1167068"/>
          </a:xfrm>
        </p:spPr>
        <p:txBody>
          <a:bodyPr>
            <a:normAutofit/>
          </a:bodyPr>
          <a:lstStyle>
            <a:lvl1pPr>
              <a:defRPr sz="4000">
                <a:solidFill>
                  <a:schemeClr val="accent1"/>
                </a:solidFill>
                <a:latin typeface="IntelOne Display Light" panose="020B0403020203020204" pitchFamily="34" charset="0"/>
              </a:defRPr>
            </a:lvl1pPr>
          </a:lstStyle>
          <a:p>
            <a:endParaRPr lang="en-US">
              <a:solidFill>
                <a:schemeClr val="accent1"/>
              </a:solidFill>
            </a:endParaRPr>
          </a:p>
        </p:txBody>
      </p:sp>
      <p:sp>
        <p:nvSpPr>
          <p:cNvPr id="9" name="Rectangle 8">
            <a:extLst>
              <a:ext uri="{FF2B5EF4-FFF2-40B4-BE49-F238E27FC236}">
                <a16:creationId xmlns:a16="http://schemas.microsoft.com/office/drawing/2014/main" id="{81327F7B-5D69-4D60-B426-5AB8111F7B61}"/>
              </a:ext>
              <a:ext uri="{C183D7F6-B498-43B3-948B-1728B52AA6E4}">
                <adec:decorative xmlns:adec="http://schemas.microsoft.com/office/drawing/2017/decorative" val="1"/>
              </a:ext>
            </a:extLst>
          </p:cNvPr>
          <p:cNvSpPr/>
          <p:nvPr userDrawn="1"/>
        </p:nvSpPr>
        <p:spPr>
          <a:xfrm>
            <a:off x="0" y="6400800"/>
            <a:ext cx="11734800" cy="4572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394BEC9C-8ADD-401E-860A-FC414480A6ED}"/>
              </a:ext>
              <a:ext uri="{C183D7F6-B498-43B3-948B-1728B52AA6E4}">
                <adec:decorative xmlns:adec="http://schemas.microsoft.com/office/drawing/2017/decorative" val="1"/>
              </a:ext>
            </a:extLst>
          </p:cNvPr>
          <p:cNvSpPr/>
          <p:nvPr userDrawn="1"/>
        </p:nvSpPr>
        <p:spPr>
          <a:xfrm>
            <a:off x="11734800" y="0"/>
            <a:ext cx="457200" cy="6400800"/>
          </a:xfrm>
          <a:prstGeom prst="rect">
            <a:avLst/>
          </a:prstGeom>
          <a:solidFill>
            <a:srgbClr val="F2F2F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ea typeface="Helvetica Neue Medium"/>
              <a:cs typeface="Helvetica Neue Medium"/>
              <a:sym typeface="Helvetica Neue Medium"/>
            </a:endParaRPr>
          </a:p>
        </p:txBody>
      </p:sp>
      <p:pic>
        <p:nvPicPr>
          <p:cNvPr id="12" name="Picture 11">
            <a:extLst>
              <a:ext uri="{FF2B5EF4-FFF2-40B4-BE49-F238E27FC236}">
                <a16:creationId xmlns:a16="http://schemas.microsoft.com/office/drawing/2014/main" id="{5DCCD2C6-79CC-485E-8D48-7E59D23DD5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79394" y="6487319"/>
            <a:ext cx="1080977" cy="290623"/>
          </a:xfrm>
          <a:prstGeom prst="rect">
            <a:avLst/>
          </a:prstGeom>
        </p:spPr>
      </p:pic>
      <p:sp>
        <p:nvSpPr>
          <p:cNvPr id="13" name="Rectangle 12">
            <a:extLst>
              <a:ext uri="{FF2B5EF4-FFF2-40B4-BE49-F238E27FC236}">
                <a16:creationId xmlns:a16="http://schemas.microsoft.com/office/drawing/2014/main" id="{F4EC1346-44EE-40B5-8AF9-721E65E8EBB3}"/>
              </a:ext>
            </a:extLst>
          </p:cNvPr>
          <p:cNvSpPr/>
          <p:nvPr userDrawn="1"/>
        </p:nvSpPr>
        <p:spPr>
          <a:xfrm>
            <a:off x="11734801" y="6393067"/>
            <a:ext cx="457199" cy="4649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4">
            <a:extLst>
              <a:ext uri="{FF2B5EF4-FFF2-40B4-BE49-F238E27FC236}">
                <a16:creationId xmlns:a16="http://schemas.microsoft.com/office/drawing/2014/main" id="{288DE5C8-3F15-477B-923C-9752FAF8DDB3}"/>
              </a:ext>
            </a:extLst>
          </p:cNvPr>
          <p:cNvSpPr>
            <a:spLocks noGrp="1"/>
          </p:cNvSpPr>
          <p:nvPr>
            <p:ph type="sldNum" sz="quarter" idx="12"/>
          </p:nvPr>
        </p:nvSpPr>
        <p:spPr>
          <a:xfrm>
            <a:off x="11725564" y="6495398"/>
            <a:ext cx="457200" cy="360363"/>
          </a:xfrm>
        </p:spPr>
        <p:txBody>
          <a:bodyPr/>
          <a:lstStyle>
            <a:lvl1pPr algn="ctr">
              <a:defRPr sz="1000">
                <a:solidFill>
                  <a:schemeClr val="tx1"/>
                </a:solidFill>
                <a:latin typeface="IntelOne Display Light" panose="020B0403020203020204" pitchFamily="34" charset="0"/>
              </a:defRPr>
            </a:lvl1pPr>
          </a:lstStyle>
          <a:p>
            <a:fld id="{8E424D08-BD54-4DFE-9D9D-D2FBE329B493}" type="slidenum">
              <a:rPr lang="en-US" smtClean="0"/>
              <a:pPr/>
              <a:t>‹#›</a:t>
            </a:fld>
            <a:endParaRPr lang="en-US"/>
          </a:p>
        </p:txBody>
      </p:sp>
      <p:sp>
        <p:nvSpPr>
          <p:cNvPr id="3" name="Text Placeholder 3">
            <a:extLst>
              <a:ext uri="{FF2B5EF4-FFF2-40B4-BE49-F238E27FC236}">
                <a16:creationId xmlns:a16="http://schemas.microsoft.com/office/drawing/2014/main" id="{383B5EB9-9DE8-BBD2-DB3E-042F308637C8}"/>
              </a:ext>
            </a:extLst>
          </p:cNvPr>
          <p:cNvSpPr>
            <a:spLocks noGrp="1"/>
          </p:cNvSpPr>
          <p:nvPr>
            <p:ph type="body" sz="quarter" idx="13"/>
          </p:nvPr>
        </p:nvSpPr>
        <p:spPr>
          <a:xfrm>
            <a:off x="431799" y="1443831"/>
            <a:ext cx="10515600" cy="3998912"/>
          </a:xfrm>
        </p:spPr>
        <p:txBody>
          <a:bodyPr>
            <a:normAutofit/>
          </a:bodyPr>
          <a:lstStyle>
            <a:lvl1pPr marL="342900" indent="-342900">
              <a:buClrTx/>
              <a:buFont typeface="Wingdings" panose="05000000000000000000" pitchFamily="2" charset="2"/>
              <a:buChar char="§"/>
              <a:defRPr sz="2400">
                <a:solidFill>
                  <a:srgbClr val="525252"/>
                </a:solidFill>
                <a:latin typeface="+mn-lt"/>
                <a:ea typeface="Intel Clear Light" panose="020B0404020203020204" pitchFamily="34" charset="0"/>
                <a:cs typeface="Intel Clear Light" panose="020B0404020203020204" pitchFamily="34" charset="0"/>
              </a:defRPr>
            </a:lvl1pPr>
            <a:lvl2pPr marL="803275" indent="-346075">
              <a:buClrTx/>
              <a:buFont typeface="Arial" panose="020B0604020202020204" pitchFamily="34" charset="0"/>
              <a:buChar char="•"/>
              <a:defRPr sz="2400">
                <a:solidFill>
                  <a:schemeClr val="tx1"/>
                </a:solidFill>
                <a:latin typeface="IntelOne Display Regular" panose="020B0503020203020204" pitchFamily="34" charset="0"/>
                <a:ea typeface="Intel Clear Light" panose="020B0404020203020204" pitchFamily="34" charset="0"/>
                <a:cs typeface="Intel Clear Light" panose="020B0404020203020204" pitchFamily="34" charset="0"/>
              </a:defRPr>
            </a:lvl2pPr>
            <a:lvl3pPr marL="1143000" indent="-228600">
              <a:buClrTx/>
              <a:buFont typeface="Arial" panose="020B0604020202020204" pitchFamily="34" charset="0"/>
              <a:buChar char="•"/>
              <a:defRPr sz="2400">
                <a:solidFill>
                  <a:schemeClr val="tx1"/>
                </a:solidFill>
                <a:latin typeface="IntelOne Display Regular" panose="020B0503020203020204" pitchFamily="34" charset="0"/>
                <a:ea typeface="Intel Clear Light" panose="020B0404020203020204" pitchFamily="34" charset="0"/>
                <a:cs typeface="Intel Clear Light" panose="020B0404020203020204" pitchFamily="34" charset="0"/>
              </a:defRPr>
            </a:lvl3pPr>
            <a:lvl4pPr marL="1600200" indent="-228600">
              <a:buClrTx/>
              <a:buFont typeface="Arial" panose="020B0604020202020204" pitchFamily="34" charset="0"/>
              <a:buChar char="•"/>
              <a:defRPr sz="2400">
                <a:solidFill>
                  <a:schemeClr val="tx1"/>
                </a:solidFill>
                <a:latin typeface="IntelOne Display Regular" panose="020B0503020203020204" pitchFamily="34" charset="0"/>
                <a:ea typeface="Intel Clear Light" panose="020B0404020203020204" pitchFamily="34" charset="0"/>
                <a:cs typeface="Intel Clear Light" panose="020B0404020203020204" pitchFamily="34" charset="0"/>
              </a:defRPr>
            </a:lvl4pPr>
            <a:lvl5pPr marL="2057400" indent="-228600">
              <a:buClrTx/>
              <a:buFont typeface="Arial" panose="020B0604020202020204" pitchFamily="34" charset="0"/>
              <a:buChar char="•"/>
              <a:defRPr sz="2400">
                <a:solidFill>
                  <a:schemeClr val="tx1"/>
                </a:solidFill>
                <a:latin typeface="IntelOne Display Regular" panose="020B0503020203020204" pitchFamily="34" charset="0"/>
                <a:ea typeface="Intel Clear Light" panose="020B0404020203020204" pitchFamily="34" charset="0"/>
                <a:cs typeface="Intel Clear Light" panose="020B0404020203020204" pitchFamily="34" charset="0"/>
              </a:defRPr>
            </a:lvl5pPr>
          </a:lstStyle>
          <a:p>
            <a:pPr marL="342900" indent="-342900">
              <a:buFont typeface="Wingdings" panose="05000000000000000000" pitchFamily="2" charset="2"/>
              <a:buChar char="§"/>
            </a:pPr>
            <a:endParaRPr lang="en-US">
              <a:latin typeface="+mn-lt"/>
            </a:endParaRPr>
          </a:p>
        </p:txBody>
      </p:sp>
    </p:spTree>
    <p:extLst>
      <p:ext uri="{BB962C8B-B14F-4D97-AF65-F5344CB8AC3E}">
        <p14:creationId xmlns:p14="http://schemas.microsoft.com/office/powerpoint/2010/main" val="3804694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840B9-4318-376A-B099-8D012DB9862E}"/>
              </a:ext>
            </a:extLst>
          </p:cNvPr>
          <p:cNvPicPr>
            <a:picLocks noChangeAspect="1"/>
          </p:cNvPicPr>
          <p:nvPr userDrawn="1"/>
        </p:nvPicPr>
        <p:blipFill>
          <a:blip r:embed="rId3"/>
          <a:srcRect/>
          <a:stretch/>
        </p:blipFill>
        <p:spPr>
          <a:xfrm>
            <a:off x="504" y="283"/>
            <a:ext cx="12190992" cy="6857433"/>
          </a:xfrm>
          <a:prstGeom prst="rect">
            <a:avLst/>
          </a:prstGeom>
        </p:spPr>
      </p:pic>
      <p:sp>
        <p:nvSpPr>
          <p:cNvPr id="16" name="Rectangle 15">
            <a:extLst>
              <a:ext uri="{FF2B5EF4-FFF2-40B4-BE49-F238E27FC236}">
                <a16:creationId xmlns:a16="http://schemas.microsoft.com/office/drawing/2014/main" id="{1F4567CD-F1DA-4E8F-ADDF-371B07892411}"/>
              </a:ext>
            </a:extLst>
          </p:cNvPr>
          <p:cNvSpPr/>
          <p:nvPr userDrawn="1"/>
        </p:nvSpPr>
        <p:spPr>
          <a:xfrm>
            <a:off x="860457" y="4951823"/>
            <a:ext cx="158111" cy="158111"/>
          </a:xfrm>
          <a:prstGeom prst="rect">
            <a:avLst/>
          </a:prstGeom>
          <a:solidFill>
            <a:srgbClr val="00A3F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FF16119A-1487-48A7-9CC6-71F9F9535C16}"/>
              </a:ext>
            </a:extLst>
          </p:cNvPr>
          <p:cNvSpPr/>
          <p:nvPr userDrawn="1"/>
        </p:nvSpPr>
        <p:spPr>
          <a:xfrm>
            <a:off x="573803" y="5104242"/>
            <a:ext cx="286654" cy="286654"/>
          </a:xfrm>
          <a:prstGeom prst="rect">
            <a:avLst/>
          </a:prstGeom>
          <a:solidFill>
            <a:srgbClr val="76CEF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Helvetica Neue Medium"/>
              <a:cs typeface="Helvetica Neue Medium"/>
              <a:sym typeface="Helvetica Neue Medium"/>
            </a:endParaRPr>
          </a:p>
        </p:txBody>
      </p:sp>
      <p:sp>
        <p:nvSpPr>
          <p:cNvPr id="18" name="Rectangle 17">
            <a:extLst>
              <a:ext uri="{FF2B5EF4-FFF2-40B4-BE49-F238E27FC236}">
                <a16:creationId xmlns:a16="http://schemas.microsoft.com/office/drawing/2014/main" id="{63CF0AA4-E89F-418F-83F2-0CC0FB3DF16B}"/>
              </a:ext>
            </a:extLst>
          </p:cNvPr>
          <p:cNvSpPr/>
          <p:nvPr userDrawn="1"/>
        </p:nvSpPr>
        <p:spPr>
          <a:xfrm>
            <a:off x="861107" y="5390896"/>
            <a:ext cx="610214" cy="61021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Helvetica Neue Medium"/>
              <a:cs typeface="Helvetica Neue Medium"/>
              <a:sym typeface="Helvetica Neue Medium"/>
            </a:endParaRPr>
          </a:p>
        </p:txBody>
      </p:sp>
      <p:sp>
        <p:nvSpPr>
          <p:cNvPr id="19" name="Rectangle 18">
            <a:extLst>
              <a:ext uri="{FF2B5EF4-FFF2-40B4-BE49-F238E27FC236}">
                <a16:creationId xmlns:a16="http://schemas.microsoft.com/office/drawing/2014/main" id="{A9F8D4CB-DB57-4130-8BDE-86D5A4C11D49}"/>
              </a:ext>
            </a:extLst>
          </p:cNvPr>
          <p:cNvSpPr/>
          <p:nvPr userDrawn="1"/>
        </p:nvSpPr>
        <p:spPr>
          <a:xfrm>
            <a:off x="1468406" y="0"/>
            <a:ext cx="3430768" cy="539087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n-lt"/>
              <a:ea typeface="Helvetica Neue Medium"/>
              <a:cs typeface="Helvetica Neue Medium"/>
              <a:sym typeface="Helvetica Neue Medium"/>
            </a:endParaRPr>
          </a:p>
        </p:txBody>
      </p:sp>
      <p:sp>
        <p:nvSpPr>
          <p:cNvPr id="14" name="Text Placeholder 13">
            <a:extLst>
              <a:ext uri="{FF2B5EF4-FFF2-40B4-BE49-F238E27FC236}">
                <a16:creationId xmlns:a16="http://schemas.microsoft.com/office/drawing/2014/main" id="{22825262-3F6E-4DC6-AA53-E30B25B15839}"/>
              </a:ext>
            </a:extLst>
          </p:cNvPr>
          <p:cNvSpPr>
            <a:spLocks noGrp="1"/>
          </p:cNvSpPr>
          <p:nvPr userDrawn="1">
            <p:ph type="body" sz="quarter" idx="10" hasCustomPrompt="1"/>
          </p:nvPr>
        </p:nvSpPr>
        <p:spPr>
          <a:xfrm>
            <a:off x="1651285" y="990600"/>
            <a:ext cx="9899361" cy="557784"/>
          </a:xfrm>
        </p:spPr>
        <p:txBody>
          <a:bodyPr anchor="b" anchorCtr="0">
            <a:normAutofit/>
          </a:bodyPr>
          <a:lstStyle>
            <a:lvl1pPr marL="0" indent="0">
              <a:buFontTx/>
              <a:buNone/>
              <a:defRPr sz="1600">
                <a:solidFill>
                  <a:schemeClr val="bg1"/>
                </a:solidFill>
                <a:latin typeface="IntelOne Text" panose="020B0503020203020204" pitchFamily="34" charset="77"/>
              </a:defRPr>
            </a:lvl1pPr>
          </a:lstStyle>
          <a:p>
            <a:pPr lvl="0"/>
            <a:r>
              <a:rPr lang="en-US"/>
              <a:t>Click to edit text styles</a:t>
            </a:r>
          </a:p>
        </p:txBody>
      </p:sp>
      <p:sp>
        <p:nvSpPr>
          <p:cNvPr id="2" name="Title 1">
            <a:extLst>
              <a:ext uri="{FF2B5EF4-FFF2-40B4-BE49-F238E27FC236}">
                <a16:creationId xmlns:a16="http://schemas.microsoft.com/office/drawing/2014/main" id="{A0E6BC2F-544E-4727-A6CC-2BE3B3E01B51}"/>
              </a:ext>
            </a:extLst>
          </p:cNvPr>
          <p:cNvSpPr>
            <a:spLocks noGrp="1"/>
          </p:cNvSpPr>
          <p:nvPr userDrawn="1">
            <p:ph type="ctrTitle" hasCustomPrompt="1"/>
          </p:nvPr>
        </p:nvSpPr>
        <p:spPr>
          <a:xfrm>
            <a:off x="1651285" y="1635111"/>
            <a:ext cx="9899361" cy="1874852"/>
          </a:xfrm>
        </p:spPr>
        <p:txBody>
          <a:bodyPr anchor="b"/>
          <a:lstStyle>
            <a:lvl1pPr algn="l">
              <a:defRPr sz="6000">
                <a:solidFill>
                  <a:schemeClr val="bg1"/>
                </a:solidFill>
              </a:defRPr>
            </a:lvl1pPr>
          </a:lstStyle>
          <a:p>
            <a:r>
              <a:rPr lang="en-US"/>
              <a:t>Click to edit title style</a:t>
            </a:r>
          </a:p>
        </p:txBody>
      </p:sp>
      <p:sp>
        <p:nvSpPr>
          <p:cNvPr id="3" name="Subtitle 2">
            <a:extLst>
              <a:ext uri="{FF2B5EF4-FFF2-40B4-BE49-F238E27FC236}">
                <a16:creationId xmlns:a16="http://schemas.microsoft.com/office/drawing/2014/main" id="{8BF0B31C-0AD0-4CC0-BF2B-DECE53E66658}"/>
              </a:ext>
            </a:extLst>
          </p:cNvPr>
          <p:cNvSpPr>
            <a:spLocks noGrp="1"/>
          </p:cNvSpPr>
          <p:nvPr userDrawn="1">
            <p:ph type="subTitle" idx="1" hasCustomPrompt="1"/>
          </p:nvPr>
        </p:nvSpPr>
        <p:spPr>
          <a:xfrm>
            <a:off x="1651285" y="3602038"/>
            <a:ext cx="9899361" cy="1609344"/>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grpSp>
        <p:nvGrpSpPr>
          <p:cNvPr id="4" name="Group 3">
            <a:extLst>
              <a:ext uri="{FF2B5EF4-FFF2-40B4-BE49-F238E27FC236}">
                <a16:creationId xmlns:a16="http://schemas.microsoft.com/office/drawing/2014/main" id="{8767FE53-89F1-445A-1E7D-90F2F08F1FFD}"/>
              </a:ext>
            </a:extLst>
          </p:cNvPr>
          <p:cNvGrpSpPr>
            <a:grpSpLocks noChangeAspect="1"/>
          </p:cNvGrpSpPr>
          <p:nvPr userDrawn="1"/>
        </p:nvGrpSpPr>
        <p:grpSpPr>
          <a:xfrm>
            <a:off x="1468406" y="5995719"/>
            <a:ext cx="940785" cy="396801"/>
            <a:chOff x="1314450" y="6391094"/>
            <a:chExt cx="997266" cy="420623"/>
          </a:xfrm>
          <a:solidFill>
            <a:schemeClr val="tx1"/>
          </a:solidFill>
        </p:grpSpPr>
        <p:sp>
          <p:nvSpPr>
            <p:cNvPr id="5" name="Freeform: Shape 4">
              <a:extLst>
                <a:ext uri="{FF2B5EF4-FFF2-40B4-BE49-F238E27FC236}">
                  <a16:creationId xmlns:a16="http://schemas.microsoft.com/office/drawing/2014/main" id="{5563E119-CCF2-6841-4F5E-AA79170F6AE8}"/>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C7FD"/>
            </a:solidFill>
            <a:ln w="9525" cap="flat">
              <a:noFill/>
              <a:prstDash val="solid"/>
              <a:miter/>
            </a:ln>
          </p:spPr>
          <p:txBody>
            <a:bodyPr rtlCol="0" anchor="ctr"/>
            <a:lstStyle/>
            <a:p>
              <a:endParaRPr lang="en-US">
                <a:latin typeface="+mn-lt"/>
                <a:ea typeface="Intel Clear" panose="020B0604020203020204" pitchFamily="34" charset="0"/>
                <a:cs typeface="Times New Roman" panose="02020603050405020304" pitchFamily="18" charset="0"/>
              </a:endParaRPr>
            </a:p>
          </p:txBody>
        </p:sp>
        <p:sp>
          <p:nvSpPr>
            <p:cNvPr id="6" name="Freeform: Shape 5">
              <a:extLst>
                <a:ext uri="{FF2B5EF4-FFF2-40B4-BE49-F238E27FC236}">
                  <a16:creationId xmlns:a16="http://schemas.microsoft.com/office/drawing/2014/main" id="{F05F9759-969D-F3E7-C261-98AC9DF8577F}"/>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chemeClr val="bg1"/>
            </a:solidFill>
            <a:ln w="9525" cap="flat">
              <a:noFill/>
              <a:prstDash val="solid"/>
              <a:miter/>
            </a:ln>
          </p:spPr>
          <p:txBody>
            <a:bodyPr rtlCol="0" anchor="ctr"/>
            <a:lstStyle/>
            <a:p>
              <a:endParaRPr lang="en-US">
                <a:latin typeface="+mn-lt"/>
                <a:ea typeface="Intel Clear" panose="020B0604020203020204" pitchFamily="34" charset="0"/>
                <a:cs typeface="Times New Roman" panose="02020603050405020304" pitchFamily="18" charset="0"/>
              </a:endParaRPr>
            </a:p>
          </p:txBody>
        </p:sp>
      </p:grpSp>
    </p:spTree>
    <p:extLst>
      <p:ext uri="{BB962C8B-B14F-4D97-AF65-F5344CB8AC3E}">
        <p14:creationId xmlns:p14="http://schemas.microsoft.com/office/powerpoint/2010/main" val="311750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slideLayout" Target="../slideLayouts/slideLayout61.xml"/><Relationship Id="rId39" Type="http://schemas.openxmlformats.org/officeDocument/2006/relationships/slideLayout" Target="../slideLayouts/slideLayout74.xml"/><Relationship Id="rId21" Type="http://schemas.openxmlformats.org/officeDocument/2006/relationships/slideLayout" Target="../slideLayouts/slideLayout56.xml"/><Relationship Id="rId34" Type="http://schemas.openxmlformats.org/officeDocument/2006/relationships/slideLayout" Target="../slideLayouts/slideLayout69.xml"/><Relationship Id="rId42" Type="http://schemas.openxmlformats.org/officeDocument/2006/relationships/slideLayout" Target="../slideLayouts/slideLayout77.xml"/><Relationship Id="rId7" Type="http://schemas.openxmlformats.org/officeDocument/2006/relationships/slideLayout" Target="../slideLayouts/slideLayout4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29" Type="http://schemas.openxmlformats.org/officeDocument/2006/relationships/slideLayout" Target="../slideLayouts/slideLayout64.xml"/><Relationship Id="rId41" Type="http://schemas.openxmlformats.org/officeDocument/2006/relationships/slideLayout" Target="../slideLayouts/slideLayout76.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32" Type="http://schemas.openxmlformats.org/officeDocument/2006/relationships/slideLayout" Target="../slideLayouts/slideLayout67.xml"/><Relationship Id="rId37" Type="http://schemas.openxmlformats.org/officeDocument/2006/relationships/slideLayout" Target="../slideLayouts/slideLayout72.xml"/><Relationship Id="rId40" Type="http://schemas.openxmlformats.org/officeDocument/2006/relationships/slideLayout" Target="../slideLayouts/slideLayout75.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36" Type="http://schemas.openxmlformats.org/officeDocument/2006/relationships/slideLayout" Target="../slideLayouts/slideLayout71.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31" Type="http://schemas.openxmlformats.org/officeDocument/2006/relationships/slideLayout" Target="../slideLayouts/slideLayout66.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slideLayout" Target="../slideLayouts/slideLayout65.xml"/><Relationship Id="rId35" Type="http://schemas.openxmlformats.org/officeDocument/2006/relationships/slideLayout" Target="../slideLayouts/slideLayout70.xml"/><Relationship Id="rId43" Type="http://schemas.openxmlformats.org/officeDocument/2006/relationships/theme" Target="../theme/theme2.xml"/><Relationship Id="rId8" Type="http://schemas.openxmlformats.org/officeDocument/2006/relationships/slideLayout" Target="../slideLayouts/slideLayout43.xml"/><Relationship Id="rId3" Type="http://schemas.openxmlformats.org/officeDocument/2006/relationships/slideLayout" Target="../slideLayouts/slideLayout38.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33" Type="http://schemas.openxmlformats.org/officeDocument/2006/relationships/slideLayout" Target="../slideLayouts/slideLayout68.xml"/><Relationship Id="rId38" Type="http://schemas.openxmlformats.org/officeDocument/2006/relationships/slideLayout" Target="../slideLayouts/slideLayout7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0.xml"/><Relationship Id="rId18" Type="http://schemas.openxmlformats.org/officeDocument/2006/relationships/slideLayout" Target="../slideLayouts/slideLayout95.xml"/><Relationship Id="rId26" Type="http://schemas.openxmlformats.org/officeDocument/2006/relationships/slideLayout" Target="../slideLayouts/slideLayout103.xml"/><Relationship Id="rId39" Type="http://schemas.openxmlformats.org/officeDocument/2006/relationships/slideLayout" Target="../slideLayouts/slideLayout116.xml"/><Relationship Id="rId21" Type="http://schemas.openxmlformats.org/officeDocument/2006/relationships/slideLayout" Target="../slideLayouts/slideLayout98.xml"/><Relationship Id="rId34" Type="http://schemas.openxmlformats.org/officeDocument/2006/relationships/slideLayout" Target="../slideLayouts/slideLayout111.xml"/><Relationship Id="rId42" Type="http://schemas.openxmlformats.org/officeDocument/2006/relationships/theme" Target="../theme/theme3.xml"/><Relationship Id="rId7" Type="http://schemas.openxmlformats.org/officeDocument/2006/relationships/slideLayout" Target="../slideLayouts/slideLayout84.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slideLayout" Target="../slideLayouts/slideLayout97.xml"/><Relationship Id="rId29" Type="http://schemas.openxmlformats.org/officeDocument/2006/relationships/slideLayout" Target="../slideLayouts/slideLayout106.xml"/><Relationship Id="rId41" Type="http://schemas.openxmlformats.org/officeDocument/2006/relationships/slideLayout" Target="../slideLayouts/slideLayout118.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24" Type="http://schemas.openxmlformats.org/officeDocument/2006/relationships/slideLayout" Target="../slideLayouts/slideLayout101.xml"/><Relationship Id="rId32" Type="http://schemas.openxmlformats.org/officeDocument/2006/relationships/slideLayout" Target="../slideLayouts/slideLayout109.xml"/><Relationship Id="rId37" Type="http://schemas.openxmlformats.org/officeDocument/2006/relationships/slideLayout" Target="../slideLayouts/slideLayout114.xml"/><Relationship Id="rId40" Type="http://schemas.openxmlformats.org/officeDocument/2006/relationships/slideLayout" Target="../slideLayouts/slideLayout117.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23" Type="http://schemas.openxmlformats.org/officeDocument/2006/relationships/slideLayout" Target="../slideLayouts/slideLayout100.xml"/><Relationship Id="rId28" Type="http://schemas.openxmlformats.org/officeDocument/2006/relationships/slideLayout" Target="../slideLayouts/slideLayout105.xml"/><Relationship Id="rId36" Type="http://schemas.openxmlformats.org/officeDocument/2006/relationships/slideLayout" Target="../slideLayouts/slideLayout113.xml"/><Relationship Id="rId10" Type="http://schemas.openxmlformats.org/officeDocument/2006/relationships/slideLayout" Target="../slideLayouts/slideLayout87.xml"/><Relationship Id="rId19" Type="http://schemas.openxmlformats.org/officeDocument/2006/relationships/slideLayout" Target="../slideLayouts/slideLayout96.xml"/><Relationship Id="rId31" Type="http://schemas.openxmlformats.org/officeDocument/2006/relationships/slideLayout" Target="../slideLayouts/slideLayout108.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 Id="rId22" Type="http://schemas.openxmlformats.org/officeDocument/2006/relationships/slideLayout" Target="../slideLayouts/slideLayout99.xml"/><Relationship Id="rId27" Type="http://schemas.openxmlformats.org/officeDocument/2006/relationships/slideLayout" Target="../slideLayouts/slideLayout104.xml"/><Relationship Id="rId30" Type="http://schemas.openxmlformats.org/officeDocument/2006/relationships/slideLayout" Target="../slideLayouts/slideLayout107.xml"/><Relationship Id="rId35" Type="http://schemas.openxmlformats.org/officeDocument/2006/relationships/slideLayout" Target="../slideLayouts/slideLayout112.xml"/><Relationship Id="rId8" Type="http://schemas.openxmlformats.org/officeDocument/2006/relationships/slideLayout" Target="../slideLayouts/slideLayout85.xml"/><Relationship Id="rId3" Type="http://schemas.openxmlformats.org/officeDocument/2006/relationships/slideLayout" Target="../slideLayouts/slideLayout80.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5" Type="http://schemas.openxmlformats.org/officeDocument/2006/relationships/slideLayout" Target="../slideLayouts/slideLayout102.xml"/><Relationship Id="rId33" Type="http://schemas.openxmlformats.org/officeDocument/2006/relationships/slideLayout" Target="../slideLayouts/slideLayout110.xml"/><Relationship Id="rId38" Type="http://schemas.openxmlformats.org/officeDocument/2006/relationships/slideLayout" Target="../slideLayouts/slideLayout1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381000" y="221694"/>
            <a:ext cx="10972800" cy="119982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600"/>
              <a:buFont typeface="Play"/>
              <a:buNone/>
              <a:defRPr sz="36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
          <p:cNvSpPr txBox="1">
            <a:spLocks noGrp="1"/>
          </p:cNvSpPr>
          <p:nvPr>
            <p:ph type="body" idx="1"/>
          </p:nvPr>
        </p:nvSpPr>
        <p:spPr>
          <a:xfrm>
            <a:off x="381000" y="1491673"/>
            <a:ext cx="10972800" cy="468529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lay"/>
              <a:buChar char="•"/>
              <a:defRPr sz="2800" b="0" i="0" u="none" strike="noStrike" cap="none">
                <a:solidFill>
                  <a:schemeClr val="dk1"/>
                </a:solidFill>
                <a:latin typeface="Play"/>
                <a:ea typeface="Play"/>
                <a:cs typeface="Play"/>
                <a:sym typeface="Play"/>
              </a:defRPr>
            </a:lvl1pPr>
            <a:lvl2pPr marL="914400" marR="0" lvl="1" indent="-381000" algn="l" rtl="0">
              <a:lnSpc>
                <a:spcPct val="90000"/>
              </a:lnSpc>
              <a:spcBef>
                <a:spcPts val="500"/>
              </a:spcBef>
              <a:spcAft>
                <a:spcPts val="0"/>
              </a:spcAft>
              <a:buClr>
                <a:schemeClr val="dk1"/>
              </a:buClr>
              <a:buSzPts val="2400"/>
              <a:buFont typeface="Play"/>
              <a:buChar char="•"/>
              <a:defRPr sz="2400" b="0" i="0" u="none" strike="noStrike" cap="none">
                <a:solidFill>
                  <a:schemeClr val="dk1"/>
                </a:solidFill>
                <a:latin typeface="Play"/>
                <a:ea typeface="Play"/>
                <a:cs typeface="Play"/>
                <a:sym typeface="Play"/>
              </a:defRPr>
            </a:lvl2pPr>
            <a:lvl3pPr marL="1371600" marR="0" lvl="2" indent="-355600" algn="l" rtl="0">
              <a:lnSpc>
                <a:spcPct val="90000"/>
              </a:lnSpc>
              <a:spcBef>
                <a:spcPts val="500"/>
              </a:spcBef>
              <a:spcAft>
                <a:spcPts val="0"/>
              </a:spcAft>
              <a:buClr>
                <a:schemeClr val="dk1"/>
              </a:buClr>
              <a:buSzPts val="2000"/>
              <a:buFont typeface="Play"/>
              <a:buChar char="•"/>
              <a:defRPr sz="2000" b="0" i="0" u="none" strike="noStrike" cap="none">
                <a:solidFill>
                  <a:schemeClr val="dk1"/>
                </a:solidFill>
                <a:latin typeface="Play"/>
                <a:ea typeface="Play"/>
                <a:cs typeface="Play"/>
                <a:sym typeface="Play"/>
              </a:defRPr>
            </a:lvl3pPr>
            <a:lvl4pPr marL="1828800" marR="0" lvl="3" indent="-342900" algn="l" rtl="0">
              <a:lnSpc>
                <a:spcPct val="90000"/>
              </a:lnSpc>
              <a:spcBef>
                <a:spcPts val="500"/>
              </a:spcBef>
              <a:spcAft>
                <a:spcPts val="0"/>
              </a:spcAft>
              <a:buClr>
                <a:schemeClr val="dk1"/>
              </a:buClr>
              <a:buSzPts val="1800"/>
              <a:buFont typeface="Play"/>
              <a:buChar char="•"/>
              <a:defRPr sz="1800" b="0" i="0" u="none" strike="noStrike" cap="none">
                <a:solidFill>
                  <a:schemeClr val="dk1"/>
                </a:solidFill>
                <a:latin typeface="Play"/>
                <a:ea typeface="Play"/>
                <a:cs typeface="Play"/>
                <a:sym typeface="Play"/>
              </a:defRPr>
            </a:lvl4pPr>
            <a:lvl5pPr marL="2286000" marR="0" lvl="4" indent="-330200" algn="l" rtl="0">
              <a:lnSpc>
                <a:spcPct val="90000"/>
              </a:lnSpc>
              <a:spcBef>
                <a:spcPts val="500"/>
              </a:spcBef>
              <a:spcAft>
                <a:spcPts val="0"/>
              </a:spcAft>
              <a:buClr>
                <a:schemeClr val="dk1"/>
              </a:buClr>
              <a:buSzPts val="1600"/>
              <a:buFont typeface="Play"/>
              <a:buChar char="•"/>
              <a:defRPr sz="1600" b="0" i="0" u="none" strike="noStrike" cap="none">
                <a:solidFill>
                  <a:schemeClr val="dk1"/>
                </a:solidFill>
                <a:latin typeface="Play"/>
                <a:ea typeface="Play"/>
                <a:cs typeface="Play"/>
                <a:sym typeface="Pla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Play"/>
                <a:ea typeface="Play"/>
                <a:cs typeface="Play"/>
                <a:sym typeface="Play"/>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Play"/>
                <a:ea typeface="Play"/>
                <a:cs typeface="Play"/>
                <a:sym typeface="Play"/>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Play"/>
                <a:ea typeface="Play"/>
                <a:cs typeface="Play"/>
                <a:sym typeface="Play"/>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Play"/>
                <a:ea typeface="Play"/>
                <a:cs typeface="Play"/>
                <a:sym typeface="Play"/>
              </a:defRPr>
            </a:lvl9pPr>
          </a:lstStyle>
          <a:p>
            <a:endParaRPr/>
          </a:p>
        </p:txBody>
      </p:sp>
    </p:spTree>
    <p:extLst>
      <p:ext uri="{BB962C8B-B14F-4D97-AF65-F5344CB8AC3E}">
        <p14:creationId xmlns:p14="http://schemas.microsoft.com/office/powerpoint/2010/main" val="1339116749"/>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noEditPoints="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noEditPoints="1"/>
          </p:cNvSpPr>
          <p:nvPr>
            <p:ph type="body" idx="1"/>
          </p:nvPr>
        </p:nvSpPr>
        <p:spPr>
          <a:xfrm>
            <a:off x="381000" y="1491673"/>
            <a:ext cx="10972800" cy="46852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51039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 id="2147483724" r:id="rId28"/>
    <p:sldLayoutId id="2147483725" r:id="rId29"/>
    <p:sldLayoutId id="2147483726" r:id="rId30"/>
    <p:sldLayoutId id="2147483727" r:id="rId31"/>
    <p:sldLayoutId id="2147483728" r:id="rId32"/>
    <p:sldLayoutId id="2147483729" r:id="rId33"/>
    <p:sldLayoutId id="2147483730" r:id="rId34"/>
    <p:sldLayoutId id="2147483731" r:id="rId35"/>
    <p:sldLayoutId id="2147483732" r:id="rId36"/>
    <p:sldLayoutId id="2147483733" r:id="rId37"/>
    <p:sldLayoutId id="2147483734" r:id="rId38"/>
    <p:sldLayoutId id="2147483735" r:id="rId39"/>
    <p:sldLayoutId id="2147483736" r:id="rId40"/>
    <p:sldLayoutId id="2147483737" r:id="rId41"/>
    <p:sldLayoutId id="2147483738" r:id="rId42"/>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noEditPoints="1"/>
          </p:cNvSpPr>
          <p:nvPr>
            <p:ph type="title"/>
          </p:nvPr>
        </p:nvSpPr>
        <p:spPr>
          <a:xfrm>
            <a:off x="381000" y="221694"/>
            <a:ext cx="10972800" cy="119982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noEditPoints="1"/>
          </p:cNvSpPr>
          <p:nvPr>
            <p:ph type="body" idx="1"/>
          </p:nvPr>
        </p:nvSpPr>
        <p:spPr>
          <a:xfrm>
            <a:off x="381000" y="1491673"/>
            <a:ext cx="10972800" cy="46852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721438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 id="2147483767" r:id="rId28"/>
    <p:sldLayoutId id="2147483768" r:id="rId29"/>
    <p:sldLayoutId id="2147483769" r:id="rId30"/>
    <p:sldLayoutId id="2147483770" r:id="rId31"/>
    <p:sldLayoutId id="2147483771" r:id="rId32"/>
    <p:sldLayoutId id="2147483772" r:id="rId33"/>
    <p:sldLayoutId id="2147483773" r:id="rId34"/>
    <p:sldLayoutId id="2147483774" r:id="rId35"/>
    <p:sldLayoutId id="2147483775" r:id="rId36"/>
    <p:sldLayoutId id="2147483776" r:id="rId37"/>
    <p:sldLayoutId id="2147483777" r:id="rId38"/>
    <p:sldLayoutId id="2147483778" r:id="rId39"/>
    <p:sldLayoutId id="2147483779" r:id="rId40"/>
    <p:sldLayoutId id="2147483780" r:id="rId41"/>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IntelOne Display Regular" panose="020B0503020203020204" pitchFamily="34" charset="0"/>
        <a:buChar char="•"/>
        <a:defRPr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IntelOne Display Regular" panose="020B0503020203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IntelOne Display Regular" panose="020B0503020203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IntelOne Display Regular" panose="020B0503020203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IntelOne Display Regular" panose="020B0503020203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0F33056-BFDD-B595-428E-17B92B76CDFD}"/>
              </a:ext>
            </a:extLst>
          </p:cNvPr>
          <p:cNvSpPr>
            <a:spLocks noGrp="1"/>
          </p:cNvSpPr>
          <p:nvPr>
            <p:ph type="body" sz="quarter" idx="10"/>
          </p:nvPr>
        </p:nvSpPr>
        <p:spPr>
          <a:xfrm>
            <a:off x="1651285" y="2061409"/>
            <a:ext cx="9899361" cy="1034215"/>
          </a:xfrm>
        </p:spPr>
        <p:txBody>
          <a:bodyPr>
            <a:normAutofit/>
          </a:bodyPr>
          <a:lstStyle/>
          <a:p>
            <a:r>
              <a:rPr lang="en-US" sz="2800" noProof="0"/>
              <a:t>Introduction </a:t>
            </a:r>
          </a:p>
          <a:p>
            <a:r>
              <a:rPr lang="en-US" sz="2800" noProof="0"/>
              <a:t>to Agentic AI</a:t>
            </a:r>
          </a:p>
        </p:txBody>
      </p:sp>
      <p:sp>
        <p:nvSpPr>
          <p:cNvPr id="5" name="Title 4">
            <a:extLst>
              <a:ext uri="{FF2B5EF4-FFF2-40B4-BE49-F238E27FC236}">
                <a16:creationId xmlns:a16="http://schemas.microsoft.com/office/drawing/2014/main" id="{EF6C0A5A-8348-E95F-8FE4-CCC4AC102819}"/>
              </a:ext>
            </a:extLst>
          </p:cNvPr>
          <p:cNvSpPr>
            <a:spLocks noGrp="1"/>
          </p:cNvSpPr>
          <p:nvPr>
            <p:ph type="ctrTitle"/>
          </p:nvPr>
        </p:nvSpPr>
        <p:spPr>
          <a:xfrm>
            <a:off x="1651285" y="2850301"/>
            <a:ext cx="10771624" cy="1874852"/>
          </a:xfrm>
        </p:spPr>
        <p:txBody>
          <a:bodyPr/>
          <a:lstStyle/>
          <a:p>
            <a:r>
              <a:rPr lang="en-US" noProof="0"/>
              <a:t>Intel Digital Readiness Programs</a:t>
            </a:r>
          </a:p>
        </p:txBody>
      </p:sp>
      <p:sp>
        <p:nvSpPr>
          <p:cNvPr id="3" name="TextBox 2">
            <a:extLst>
              <a:ext uri="{FF2B5EF4-FFF2-40B4-BE49-F238E27FC236}">
                <a16:creationId xmlns:a16="http://schemas.microsoft.com/office/drawing/2014/main" id="{31A47679-D3D8-B82D-65C9-B613A44B4B85}"/>
              </a:ext>
            </a:extLst>
          </p:cNvPr>
          <p:cNvSpPr txBox="1"/>
          <p:nvPr/>
        </p:nvSpPr>
        <p:spPr>
          <a:xfrm>
            <a:off x="9473878" y="6488668"/>
            <a:ext cx="271812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IntelOne Display Regular"/>
              </a:rPr>
              <a:t>Only for CNDA Customers and Collaborators</a:t>
            </a:r>
          </a:p>
        </p:txBody>
      </p:sp>
    </p:spTree>
    <p:extLst>
      <p:ext uri="{BB962C8B-B14F-4D97-AF65-F5344CB8AC3E}">
        <p14:creationId xmlns:p14="http://schemas.microsoft.com/office/powerpoint/2010/main" val="1613416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
          <p:cNvSpPr txBox="1">
            <a:spLocks noGrp="1"/>
          </p:cNvSpPr>
          <p:nvPr>
            <p:ph type="title"/>
          </p:nvPr>
        </p:nvSpPr>
        <p:spPr>
          <a:xfrm>
            <a:off x="397933" y="174714"/>
            <a:ext cx="10515600" cy="973366"/>
          </a:xfrm>
          <a:prstGeom prst="rect">
            <a:avLst/>
          </a:prstGeom>
          <a:noFill/>
          <a:ln>
            <a:noFill/>
          </a:ln>
        </p:spPr>
        <p:txBody>
          <a:bodyPr spcFirstLastPara="1" wrap="square" lIns="91425" tIns="45700" rIns="91425" bIns="45700" anchor="ctr" anchorCtr="0">
            <a:normAutofit/>
          </a:bodyPr>
          <a:lstStyle/>
          <a:p>
            <a:pPr>
              <a:spcBef>
                <a:spcPct val="0"/>
              </a:spcBef>
              <a:buClrTx/>
              <a:buSzTx/>
              <a:defRPr/>
            </a:pPr>
            <a:r>
              <a:rPr lang="en-US" b="1" kern="1200">
                <a:solidFill>
                  <a:srgbClr val="004A86"/>
                </a:solidFill>
                <a:latin typeface="IntelOne Display Light"/>
                <a:cs typeface="Helvetica Neue"/>
              </a:rPr>
              <a:t>Introduction to Agentic AI</a:t>
            </a:r>
            <a:endParaRPr b="1" kern="1200">
              <a:solidFill>
                <a:srgbClr val="004A86"/>
              </a:solidFill>
              <a:latin typeface="IntelOne Display Light"/>
              <a:cs typeface="Helvetica Neue"/>
              <a:sym typeface="Arial"/>
            </a:endParaRPr>
          </a:p>
        </p:txBody>
      </p:sp>
      <p:sp>
        <p:nvSpPr>
          <p:cNvPr id="207" name="Google Shape;207;p1"/>
          <p:cNvSpPr txBox="1">
            <a:spLocks noGrp="1"/>
          </p:cNvSpPr>
          <p:nvPr>
            <p:ph type="sldNum" idx="12"/>
          </p:nvPr>
        </p:nvSpPr>
        <p:spPr>
          <a:xfrm>
            <a:off x="11725564" y="6495398"/>
            <a:ext cx="457200" cy="360363"/>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Play"/>
              <a:buNone/>
              <a:tabLst/>
              <a:defRPr/>
            </a:pPr>
            <a:fld id="{00000000-1234-1234-1234-123412341234}" type="slidenum">
              <a:rPr kumimoji="0" lang="en-US" sz="1000" b="0" i="0" u="none" strike="noStrike" kern="0" cap="none" spc="0" normalizeH="0" baseline="0" noProof="0">
                <a:ln>
                  <a:noFill/>
                </a:ln>
                <a:solidFill>
                  <a:srgbClr val="000000"/>
                </a:solidFill>
                <a:effectLst/>
                <a:uLnTx/>
                <a:uFillTx/>
                <a:latin typeface="IntelOne Text" panose="020B0503020203020204" pitchFamily="34" charset="0"/>
                <a:sym typeface="Play"/>
              </a:rPr>
              <a:pPr marL="0" marR="0" lvl="0" indent="0" algn="ctr" defTabSz="914400" rtl="0" eaLnBrk="1" fontAlgn="auto" latinLnBrk="0" hangingPunct="1">
                <a:lnSpc>
                  <a:spcPct val="100000"/>
                </a:lnSpc>
                <a:spcBef>
                  <a:spcPts val="0"/>
                </a:spcBef>
                <a:spcAft>
                  <a:spcPts val="0"/>
                </a:spcAft>
                <a:buClr>
                  <a:srgbClr val="000000"/>
                </a:buClr>
                <a:buSzPts val="1000"/>
                <a:buFont typeface="Play"/>
                <a:buNone/>
                <a:tabLst/>
                <a:defRPr/>
              </a:pPr>
              <a:t>2</a:t>
            </a:fld>
            <a:endParaRPr kumimoji="0" sz="1000" b="0" i="0" u="none" strike="noStrike" kern="0" cap="none" spc="0" normalizeH="0" baseline="0" noProof="0">
              <a:ln>
                <a:noFill/>
              </a:ln>
              <a:solidFill>
                <a:srgbClr val="000000"/>
              </a:solidFill>
              <a:effectLst/>
              <a:uLnTx/>
              <a:uFillTx/>
              <a:latin typeface="IntelOne Text" panose="020B0503020203020204" pitchFamily="34" charset="0"/>
              <a:sym typeface="Play"/>
            </a:endParaRPr>
          </a:p>
        </p:txBody>
      </p:sp>
      <p:graphicFrame>
        <p:nvGraphicFramePr>
          <p:cNvPr id="208" name="Google Shape;208;p1"/>
          <p:cNvGraphicFramePr/>
          <p:nvPr>
            <p:extLst>
              <p:ext uri="{D42A27DB-BD31-4B8C-83A1-F6EECF244321}">
                <p14:modId xmlns:p14="http://schemas.microsoft.com/office/powerpoint/2010/main" val="2641350072"/>
              </p:ext>
            </p:extLst>
          </p:nvPr>
        </p:nvGraphicFramePr>
        <p:xfrm>
          <a:off x="397933" y="993199"/>
          <a:ext cx="11055650" cy="4994646"/>
        </p:xfrm>
        <a:graphic>
          <a:graphicData uri="http://schemas.openxmlformats.org/drawingml/2006/table">
            <a:tbl>
              <a:tblPr firstRow="1" bandRow="1">
                <a:noFill/>
              </a:tblPr>
              <a:tblGrid>
                <a:gridCol w="1335617">
                  <a:extLst>
                    <a:ext uri="{9D8B030D-6E8A-4147-A177-3AD203B41FA5}">
                      <a16:colId xmlns:a16="http://schemas.microsoft.com/office/drawing/2014/main" val="20000"/>
                    </a:ext>
                  </a:extLst>
                </a:gridCol>
                <a:gridCol w="9720033">
                  <a:extLst>
                    <a:ext uri="{9D8B030D-6E8A-4147-A177-3AD203B41FA5}">
                      <a16:colId xmlns:a16="http://schemas.microsoft.com/office/drawing/2014/main" val="20001"/>
                    </a:ext>
                  </a:extLst>
                </a:gridCol>
              </a:tblGrid>
              <a:tr h="1735384">
                <a:tc>
                  <a:txBody>
                    <a:bodyPr/>
                    <a:lstStyle/>
                    <a:p>
                      <a:pPr marL="0" marR="0" lvl="0" indent="0" algn="ctr" rtl="0">
                        <a:spcBef>
                          <a:spcPts val="0"/>
                        </a:spcBef>
                        <a:spcAft>
                          <a:spcPts val="0"/>
                        </a:spcAft>
                        <a:buNone/>
                      </a:pPr>
                      <a:r>
                        <a:rPr lang="en-US" sz="1100" b="1" u="none" strike="noStrike" cap="none">
                          <a:solidFill>
                            <a:schemeClr val="tx1">
                              <a:lumMod val="50000"/>
                            </a:schemeClr>
                          </a:solidFill>
                          <a:latin typeface="IntelOne Text Bold" panose="020B0503020203020204" pitchFamily="34" charset="0"/>
                          <a:ea typeface="Arial"/>
                          <a:cs typeface="Arial"/>
                          <a:sym typeface="Arial"/>
                        </a:rPr>
                        <a:t>Course Description</a:t>
                      </a:r>
                      <a:endParaRPr sz="1100">
                        <a:solidFill>
                          <a:schemeClr val="tx1">
                            <a:lumMod val="50000"/>
                          </a:schemeClr>
                        </a:solidFill>
                        <a:latin typeface="IntelOne Text" panose="020B0503020203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US" sz="1100" u="none" strike="noStrike" cap="none">
                          <a:solidFill>
                            <a:schemeClr val="tx1">
                              <a:lumMod val="50000"/>
                            </a:schemeClr>
                          </a:solidFill>
                          <a:latin typeface="IntelOne Text" panose="020B0503020203020204" pitchFamily="34" charset="0"/>
                          <a:ea typeface="Arial"/>
                          <a:cs typeface="Arial"/>
                          <a:sym typeface="Arial"/>
                        </a:rPr>
                        <a:t>Introduction to Agentic AI systems and their emerging role in intelligent software and digital workflows. Learners will examine the societal implications of Agentic AI, apply agentic tools for workplace productivity, prototype agent-powered solutions, and progressively build AI agents using both no-code platforms and coding frameworks. </a:t>
                      </a:r>
                      <a:br>
                        <a:rPr lang="en-US" sz="1100" u="none" strike="noStrike" cap="none">
                          <a:solidFill>
                            <a:schemeClr val="tx1">
                              <a:lumMod val="50000"/>
                            </a:schemeClr>
                          </a:solidFill>
                          <a:latin typeface="IntelOne Text" panose="020B0503020203020204" pitchFamily="34" charset="0"/>
                          <a:ea typeface="Arial"/>
                          <a:cs typeface="Arial"/>
                          <a:sym typeface="Arial"/>
                        </a:rPr>
                      </a:br>
                      <a:br>
                        <a:rPr lang="en-US" sz="1100" u="none" strike="noStrike" cap="none">
                          <a:solidFill>
                            <a:schemeClr val="tx1">
                              <a:lumMod val="50000"/>
                            </a:schemeClr>
                          </a:solidFill>
                          <a:latin typeface="IntelOne Text" panose="020B0503020203020204" pitchFamily="34" charset="0"/>
                          <a:ea typeface="Arial"/>
                          <a:cs typeface="Arial"/>
                          <a:sym typeface="Arial"/>
                        </a:rPr>
                      </a:br>
                      <a:r>
                        <a:rPr lang="en-US" sz="1100" u="none" strike="noStrike" cap="none">
                          <a:solidFill>
                            <a:schemeClr val="tx1">
                              <a:lumMod val="50000"/>
                            </a:schemeClr>
                          </a:solidFill>
                          <a:latin typeface="IntelOne Text" panose="020B0503020203020204" pitchFamily="34" charset="0"/>
                          <a:ea typeface="Arial"/>
                          <a:cs typeface="Arial"/>
                          <a:sym typeface="Arial"/>
                        </a:rPr>
                        <a:t>The course culminates in deploying local AI agents with attention to safety, governance, and real-world operational constraints.</a:t>
                      </a:r>
                    </a:p>
                  </a:txBody>
                  <a:tcPr marL="91450" marR="9145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259262">
                <a:tc>
                  <a:txBody>
                    <a:bodyPr/>
                    <a:lstStyle/>
                    <a:p>
                      <a:pPr marL="0" marR="0" lvl="0" indent="0" algn="ctr" rtl="0">
                        <a:spcBef>
                          <a:spcPts val="0"/>
                        </a:spcBef>
                        <a:spcAft>
                          <a:spcPts val="0"/>
                        </a:spcAft>
                        <a:buNone/>
                      </a:pPr>
                      <a:r>
                        <a:rPr lang="en-US" sz="1100" b="1" u="none" strike="noStrike" cap="none">
                          <a:solidFill>
                            <a:schemeClr val="tx1">
                              <a:lumMod val="50000"/>
                            </a:schemeClr>
                          </a:solidFill>
                          <a:latin typeface="IntelOne Text Bold" panose="020B0503020203020204" pitchFamily="34" charset="0"/>
                          <a:ea typeface="Arial"/>
                          <a:cs typeface="Arial"/>
                          <a:sym typeface="Arial"/>
                        </a:rPr>
                        <a:t>Learning Objectives</a:t>
                      </a:r>
                      <a:endParaRPr sz="1100">
                        <a:solidFill>
                          <a:schemeClr val="tx1">
                            <a:lumMod val="50000"/>
                          </a:schemeClr>
                        </a:solidFill>
                        <a:latin typeface="IntelOne Text" panose="020B0503020203020204" pitchFamily="34" charset="0"/>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171450" marR="0" lvl="0" indent="-171450" algn="l" rtl="0">
                        <a:lnSpc>
                          <a:spcPct val="150000"/>
                        </a:lnSpc>
                        <a:spcBef>
                          <a:spcPts val="0"/>
                        </a:spcBef>
                        <a:spcAft>
                          <a:spcPts val="0"/>
                        </a:spcAft>
                        <a:buClr>
                          <a:srgbClr val="080808"/>
                        </a:buClr>
                        <a:buSzPts val="1050"/>
                        <a:buFont typeface="Wingdings" panose="05000000000000000000" pitchFamily="2" charset="2"/>
                        <a:buChar char="§"/>
                      </a:pPr>
                      <a:r>
                        <a:rPr lang="en-US" sz="1100">
                          <a:solidFill>
                            <a:schemeClr val="tx1">
                              <a:lumMod val="50000"/>
                            </a:schemeClr>
                          </a:solidFill>
                          <a:latin typeface="IntelOne Text" panose="020B0503020203020204" pitchFamily="34" charset="0"/>
                        </a:rPr>
                        <a:t>Define Agentic AI and differentiate it from automation, traditional AI, and generative AI systems.</a:t>
                      </a:r>
                    </a:p>
                    <a:p>
                      <a:pPr marL="171450" marR="0" lvl="0" indent="-171450" algn="l" rtl="0">
                        <a:lnSpc>
                          <a:spcPct val="150000"/>
                        </a:lnSpc>
                        <a:spcBef>
                          <a:spcPts val="0"/>
                        </a:spcBef>
                        <a:spcAft>
                          <a:spcPts val="0"/>
                        </a:spcAft>
                        <a:buClr>
                          <a:srgbClr val="080808"/>
                        </a:buClr>
                        <a:buSzPts val="1050"/>
                        <a:buFont typeface="Wingdings" panose="05000000000000000000" pitchFamily="2" charset="2"/>
                        <a:buChar char="§"/>
                      </a:pPr>
                      <a:r>
                        <a:rPr lang="en-US" sz="1100">
                          <a:solidFill>
                            <a:schemeClr val="tx1">
                              <a:lumMod val="50000"/>
                            </a:schemeClr>
                          </a:solidFill>
                          <a:latin typeface="IntelOne Text" panose="020B0503020203020204" pitchFamily="34" charset="0"/>
                        </a:rPr>
                        <a:t>Identify key components of AI agents including reasoning loops, tool usage, memory, and workflow orchestration. </a:t>
                      </a:r>
                    </a:p>
                    <a:p>
                      <a:pPr marL="171450" marR="0" lvl="0" indent="-171450" algn="l" rtl="0">
                        <a:lnSpc>
                          <a:spcPct val="150000"/>
                        </a:lnSpc>
                        <a:spcBef>
                          <a:spcPts val="0"/>
                        </a:spcBef>
                        <a:spcAft>
                          <a:spcPts val="0"/>
                        </a:spcAft>
                        <a:buClr>
                          <a:srgbClr val="080808"/>
                        </a:buClr>
                        <a:buSzPts val="1050"/>
                        <a:buFont typeface="Wingdings" panose="05000000000000000000" pitchFamily="2" charset="2"/>
                        <a:buChar char="§"/>
                      </a:pPr>
                      <a:r>
                        <a:rPr lang="en-US" sz="1100">
                          <a:solidFill>
                            <a:schemeClr val="tx1">
                              <a:lumMod val="50000"/>
                            </a:schemeClr>
                          </a:solidFill>
                          <a:latin typeface="IntelOne Text" panose="020B0503020203020204" pitchFamily="34" charset="0"/>
                        </a:rPr>
                        <a:t>Evaluate the impact of Agentic AI on organizations, productivity, and emerging roles in the workforce.</a:t>
                      </a:r>
                    </a:p>
                    <a:p>
                      <a:pPr marL="171450" marR="0" lvl="0" indent="-171450" algn="l" rtl="0">
                        <a:lnSpc>
                          <a:spcPct val="150000"/>
                        </a:lnSpc>
                        <a:spcBef>
                          <a:spcPts val="0"/>
                        </a:spcBef>
                        <a:spcAft>
                          <a:spcPts val="0"/>
                        </a:spcAft>
                        <a:buClr>
                          <a:srgbClr val="080808"/>
                        </a:buClr>
                        <a:buSzPts val="1050"/>
                        <a:buFont typeface="Wingdings" panose="05000000000000000000" pitchFamily="2" charset="2"/>
                        <a:buChar char="§"/>
                      </a:pPr>
                      <a:r>
                        <a:rPr lang="en-US" sz="1100">
                          <a:solidFill>
                            <a:schemeClr val="tx1">
                              <a:lumMod val="50000"/>
                            </a:schemeClr>
                          </a:solidFill>
                          <a:latin typeface="IntelOne Text" panose="020B0503020203020204" pitchFamily="34" charset="0"/>
                        </a:rPr>
                        <a:t>Prototype practical applications using modern agentic AI tools and workflow automation platforms.</a:t>
                      </a:r>
                    </a:p>
                    <a:p>
                      <a:pPr marL="171450" marR="0" lvl="0" indent="-171450" algn="l" rtl="0">
                        <a:lnSpc>
                          <a:spcPct val="150000"/>
                        </a:lnSpc>
                        <a:spcBef>
                          <a:spcPts val="0"/>
                        </a:spcBef>
                        <a:spcAft>
                          <a:spcPts val="0"/>
                        </a:spcAft>
                        <a:buClr>
                          <a:srgbClr val="080808"/>
                        </a:buClr>
                        <a:buSzPts val="1050"/>
                        <a:buFont typeface="Wingdings" panose="05000000000000000000" pitchFamily="2" charset="2"/>
                        <a:buChar char="§"/>
                      </a:pPr>
                      <a:r>
                        <a:rPr lang="en-US" sz="1100">
                          <a:solidFill>
                            <a:schemeClr val="tx1">
                              <a:lumMod val="50000"/>
                            </a:schemeClr>
                          </a:solidFill>
                          <a:latin typeface="IntelOne Text" panose="020B0503020203020204" pitchFamily="34" charset="0"/>
                        </a:rPr>
                        <a:t>Build and deploy basic AI agents using both no-code platforms and coding frameworks.</a:t>
                      </a:r>
                    </a:p>
                    <a:p>
                      <a:pPr marL="171450" marR="0" lvl="0" indent="-171450" algn="l" rtl="0">
                        <a:lnSpc>
                          <a:spcPct val="150000"/>
                        </a:lnSpc>
                        <a:spcBef>
                          <a:spcPts val="0"/>
                        </a:spcBef>
                        <a:spcAft>
                          <a:spcPts val="0"/>
                        </a:spcAft>
                        <a:buClr>
                          <a:srgbClr val="080808"/>
                        </a:buClr>
                        <a:buSzPts val="1050"/>
                        <a:buFont typeface="Wingdings" panose="05000000000000000000" pitchFamily="2" charset="2"/>
                        <a:buChar char="§"/>
                      </a:pPr>
                      <a:r>
                        <a:rPr lang="en-US" sz="1100">
                          <a:solidFill>
                            <a:schemeClr val="tx1">
                              <a:lumMod val="50000"/>
                            </a:schemeClr>
                          </a:solidFill>
                          <a:latin typeface="IntelOne Text" panose="020B0503020203020204" pitchFamily="34" charset="0"/>
                        </a:rPr>
                        <a:t>Apply responsible AI principles including governance, safety, and human oversight when deploying AI agents.</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37555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5302A-45E5-5323-79A3-1EA76A2BBC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4569E08-1BD1-F938-86DC-BCB03962FECA}"/>
              </a:ext>
            </a:extLst>
          </p:cNvPr>
          <p:cNvSpPr txBox="1">
            <a:spLocks/>
          </p:cNvSpPr>
          <p:nvPr/>
        </p:nvSpPr>
        <p:spPr>
          <a:xfrm>
            <a:off x="292608" y="201168"/>
            <a:ext cx="10777351" cy="922079"/>
          </a:xfrm>
          <a:prstGeom prst="rect">
            <a:avLst/>
          </a:prstGeom>
        </p:spPr>
        <p:txBody>
          <a:bodyP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defRPr/>
            </a:pPr>
            <a:r>
              <a:rPr lang="en-US" b="1">
                <a:solidFill>
                  <a:srgbClr val="004A86"/>
                </a:solidFill>
                <a:latin typeface="IntelOne Display Light"/>
              </a:rPr>
              <a:t>Pre-Packaged Courses Library - Agentic AI</a:t>
            </a:r>
          </a:p>
        </p:txBody>
      </p:sp>
      <p:graphicFrame>
        <p:nvGraphicFramePr>
          <p:cNvPr id="2" name="Table 1">
            <a:extLst>
              <a:ext uri="{FF2B5EF4-FFF2-40B4-BE49-F238E27FC236}">
                <a16:creationId xmlns:a16="http://schemas.microsoft.com/office/drawing/2014/main" id="{BEE32A47-07DD-AD5D-DFE5-EBED210F7C7F}"/>
              </a:ext>
            </a:extLst>
          </p:cNvPr>
          <p:cNvGraphicFramePr>
            <a:graphicFrameLocks noGrp="1"/>
          </p:cNvGraphicFramePr>
          <p:nvPr>
            <p:extLst>
              <p:ext uri="{D42A27DB-BD31-4B8C-83A1-F6EECF244321}">
                <p14:modId xmlns:p14="http://schemas.microsoft.com/office/powerpoint/2010/main" val="720317517"/>
              </p:ext>
            </p:extLst>
          </p:nvPr>
        </p:nvGraphicFramePr>
        <p:xfrm>
          <a:off x="653131" y="999461"/>
          <a:ext cx="5442869" cy="1753984"/>
        </p:xfrm>
        <a:graphic>
          <a:graphicData uri="http://schemas.openxmlformats.org/drawingml/2006/table">
            <a:tbl>
              <a:tblPr firstRow="1" bandRow="1">
                <a:tableStyleId>{5C22544A-7EE6-4342-B048-85BDC9FD1C3A}</a:tableStyleId>
              </a:tblPr>
              <a:tblGrid>
                <a:gridCol w="1814290">
                  <a:extLst>
                    <a:ext uri="{9D8B030D-6E8A-4147-A177-3AD203B41FA5}">
                      <a16:colId xmlns:a16="http://schemas.microsoft.com/office/drawing/2014/main" val="1663294306"/>
                    </a:ext>
                  </a:extLst>
                </a:gridCol>
                <a:gridCol w="2886147">
                  <a:extLst>
                    <a:ext uri="{9D8B030D-6E8A-4147-A177-3AD203B41FA5}">
                      <a16:colId xmlns:a16="http://schemas.microsoft.com/office/drawing/2014/main" val="3092842331"/>
                    </a:ext>
                  </a:extLst>
                </a:gridCol>
                <a:gridCol w="742432">
                  <a:extLst>
                    <a:ext uri="{9D8B030D-6E8A-4147-A177-3AD203B41FA5}">
                      <a16:colId xmlns:a16="http://schemas.microsoft.com/office/drawing/2014/main" val="1450877776"/>
                    </a:ext>
                  </a:extLst>
                </a:gridCol>
              </a:tblGrid>
              <a:tr h="423073">
                <a:tc>
                  <a:txBody>
                    <a:bodyPr/>
                    <a:lstStyle/>
                    <a:p>
                      <a:pPr algn="ctr"/>
                      <a:r>
                        <a:rPr lang="en-US" sz="1000">
                          <a:solidFill>
                            <a:schemeClr val="tx1">
                              <a:lumMod val="50000"/>
                            </a:schemeClr>
                          </a:solidFill>
                          <a:latin typeface="IntelOne Text Medium"/>
                        </a:rPr>
                        <a:t>Category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1000">
                          <a:solidFill>
                            <a:schemeClr val="tx1">
                              <a:lumMod val="50000"/>
                            </a:schemeClr>
                          </a:solidFill>
                          <a:latin typeface="IntelOne Text Medium" panose="020B0703020203020204" pitchFamily="34" charset="0"/>
                        </a:rPr>
                        <a:t>Module title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1000">
                          <a:solidFill>
                            <a:schemeClr val="tx1">
                              <a:lumMod val="50000"/>
                            </a:schemeClr>
                          </a:solidFill>
                          <a:latin typeface="IntelOne Text Medium" panose="020B0703020203020204" pitchFamily="34" charset="0"/>
                        </a:rPr>
                        <a:t>Hours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63715271"/>
                  </a:ext>
                </a:extLst>
              </a:tr>
              <a:tr h="300972">
                <a:tc rowSpan="4">
                  <a:txBody>
                    <a:bodyPr/>
                    <a:lstStyle/>
                    <a:p>
                      <a:pPr algn="ctr"/>
                      <a:r>
                        <a:rPr lang="en-US" sz="1000" b="1">
                          <a:solidFill>
                            <a:schemeClr val="tx1"/>
                          </a:solidFill>
                          <a:latin typeface="IntelOne Text"/>
                        </a:rPr>
                        <a:t>Agentic AI in Society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US" sz="1000" b="0" i="0" u="none" strike="noStrike" cap="none">
                          <a:solidFill>
                            <a:schemeClr val="tx1"/>
                          </a:solidFill>
                          <a:latin typeface="IntelOne Text"/>
                          <a:ea typeface="+mn-ea"/>
                          <a:cs typeface="+mn-cs"/>
                          <a:sym typeface="Arial"/>
                        </a:rPr>
                        <a:t>1. Demystifying Agentic AI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6848376"/>
                  </a:ext>
                </a:extLst>
              </a:tr>
              <a:tr h="300972">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US" sz="1000" b="0" i="0" u="none" strike="noStrike" cap="none">
                          <a:solidFill>
                            <a:schemeClr val="tx1"/>
                          </a:solidFill>
                          <a:latin typeface="IntelOne Text"/>
                          <a:ea typeface="+mn-ea"/>
                          <a:cs typeface="+mn-cs"/>
                          <a:sym typeface="Arial"/>
                        </a:rPr>
                        <a:t>2. Societal Impact of Agentic AI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0346516"/>
                  </a:ext>
                </a:extLst>
              </a:tr>
              <a:tr h="300972">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ct val="0"/>
                        </a:spcBef>
                        <a:spcAft>
                          <a:spcPct val="0"/>
                        </a:spcAft>
                        <a:buClr>
                          <a:srgbClr val="000000"/>
                        </a:buClr>
                        <a:buSzTx/>
                        <a:buFont typeface="Arial"/>
                        <a:buNone/>
                        <a:tabLst/>
                        <a:defRPr/>
                      </a:pPr>
                      <a:r>
                        <a:rPr lang="en-US" sz="1000" b="0" i="0" u="none" strike="noStrike" cap="none">
                          <a:solidFill>
                            <a:schemeClr val="tx1"/>
                          </a:solidFill>
                          <a:latin typeface="IntelOne Text"/>
                          <a:ea typeface="+mn-ea"/>
                          <a:cs typeface="+mn-cs"/>
                          <a:sym typeface="Arial"/>
                        </a:rPr>
                        <a:t>3. Agentic AI Ethics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3102407"/>
                  </a:ext>
                </a:extLst>
              </a:tr>
              <a:tr h="427995">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ct val="0"/>
                        </a:spcBef>
                        <a:spcAft>
                          <a:spcPct val="0"/>
                        </a:spcAft>
                        <a:buClr>
                          <a:srgbClr val="000000"/>
                        </a:buClr>
                        <a:buSzTx/>
                        <a:buFont typeface="Arial"/>
                        <a:buNone/>
                        <a:tabLst/>
                        <a:defRPr/>
                      </a:pPr>
                      <a:r>
                        <a:rPr lang="en-US" sz="1000" b="0" i="0" u="none" strike="noStrike" cap="none">
                          <a:solidFill>
                            <a:schemeClr val="tx1"/>
                          </a:solidFill>
                          <a:latin typeface="IntelOne Text"/>
                          <a:ea typeface="Arial"/>
                          <a:cs typeface="Arial"/>
                          <a:sym typeface="Arial"/>
                        </a:rPr>
                        <a:t>4. </a:t>
                      </a:r>
                      <a:r>
                        <a:rPr lang="en-US" sz="1000" b="0" i="0" u="none" strike="noStrike" cap="none">
                          <a:solidFill>
                            <a:schemeClr val="tx1"/>
                          </a:solidFill>
                          <a:latin typeface="IntelOne Text"/>
                          <a:ea typeface="+mn-ea"/>
                          <a:cs typeface="+mn-cs"/>
                          <a:sym typeface="Arial"/>
                        </a:rPr>
                        <a:t>Project – </a:t>
                      </a:r>
                      <a:r>
                        <a:rPr lang="en-GB" sz="1000" b="0" i="0" u="none" strike="noStrike" cap="none">
                          <a:solidFill>
                            <a:schemeClr val="tx1"/>
                          </a:solidFill>
                          <a:latin typeface="IntelOne Text"/>
                          <a:ea typeface="+mn-ea"/>
                          <a:cs typeface="+mn-cs"/>
                          <a:sym typeface="Arial"/>
                        </a:rPr>
                        <a:t>Building the Case for a Responsible Agentic AI Solution</a:t>
                      </a:r>
                      <a:endParaRPr lang="en-US" sz="1000" b="0" i="0" u="none" strike="noStrike" cap="none">
                        <a:solidFill>
                          <a:schemeClr val="tx1"/>
                        </a:solidFill>
                        <a:latin typeface="IntelOne Text"/>
                        <a:ea typeface="+mn-ea"/>
                        <a:cs typeface="+mn-cs"/>
                        <a:sym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1608785"/>
                  </a:ext>
                </a:extLst>
              </a:tr>
            </a:tbl>
          </a:graphicData>
        </a:graphic>
      </p:graphicFrame>
      <p:graphicFrame>
        <p:nvGraphicFramePr>
          <p:cNvPr id="4" name="Table 3">
            <a:extLst>
              <a:ext uri="{FF2B5EF4-FFF2-40B4-BE49-F238E27FC236}">
                <a16:creationId xmlns:a16="http://schemas.microsoft.com/office/drawing/2014/main" id="{BB3DCFA1-BB7A-672E-449A-EB2BC7607FD9}"/>
              </a:ext>
            </a:extLst>
          </p:cNvPr>
          <p:cNvGraphicFramePr>
            <a:graphicFrameLocks noGrp="1"/>
          </p:cNvGraphicFramePr>
          <p:nvPr>
            <p:extLst>
              <p:ext uri="{D42A27DB-BD31-4B8C-83A1-F6EECF244321}">
                <p14:modId xmlns:p14="http://schemas.microsoft.com/office/powerpoint/2010/main" val="1264719216"/>
              </p:ext>
            </p:extLst>
          </p:nvPr>
        </p:nvGraphicFramePr>
        <p:xfrm>
          <a:off x="653130" y="2871889"/>
          <a:ext cx="5442869" cy="1402789"/>
        </p:xfrm>
        <a:graphic>
          <a:graphicData uri="http://schemas.openxmlformats.org/drawingml/2006/table">
            <a:tbl>
              <a:tblPr firstRow="1" bandRow="1">
                <a:tableStyleId>{5C22544A-7EE6-4342-B048-85BDC9FD1C3A}</a:tableStyleId>
              </a:tblPr>
              <a:tblGrid>
                <a:gridCol w="1814290">
                  <a:extLst>
                    <a:ext uri="{9D8B030D-6E8A-4147-A177-3AD203B41FA5}">
                      <a16:colId xmlns:a16="http://schemas.microsoft.com/office/drawing/2014/main" val="1663294306"/>
                    </a:ext>
                  </a:extLst>
                </a:gridCol>
                <a:gridCol w="2886147">
                  <a:extLst>
                    <a:ext uri="{9D8B030D-6E8A-4147-A177-3AD203B41FA5}">
                      <a16:colId xmlns:a16="http://schemas.microsoft.com/office/drawing/2014/main" val="3092842331"/>
                    </a:ext>
                  </a:extLst>
                </a:gridCol>
                <a:gridCol w="742432">
                  <a:extLst>
                    <a:ext uri="{9D8B030D-6E8A-4147-A177-3AD203B41FA5}">
                      <a16:colId xmlns:a16="http://schemas.microsoft.com/office/drawing/2014/main" val="1450877776"/>
                    </a:ext>
                  </a:extLst>
                </a:gridCol>
              </a:tblGrid>
              <a:tr h="424515">
                <a:tc rowSpan="4">
                  <a:txBody>
                    <a:bodyPr/>
                    <a:lstStyle/>
                    <a:p>
                      <a:pPr algn="ctr"/>
                      <a:r>
                        <a:rPr lang="en-US" sz="1000" b="1">
                          <a:solidFill>
                            <a:schemeClr val="tx1"/>
                          </a:solidFill>
                          <a:latin typeface="IntelOne Text"/>
                        </a:rPr>
                        <a:t>Agentic AI in the Workplace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ct val="0"/>
                        </a:spcBef>
                        <a:spcAft>
                          <a:spcPct val="0"/>
                        </a:spcAft>
                        <a:buClr>
                          <a:srgbClr val="000000"/>
                        </a:buClr>
                        <a:buSzTx/>
                        <a:buFont typeface="Arial"/>
                        <a:buNone/>
                        <a:tabLst/>
                        <a:defRPr/>
                      </a:pPr>
                      <a:r>
                        <a:rPr lang="en-US" sz="1000" b="0" i="0" u="none" strike="noStrike" cap="none">
                          <a:solidFill>
                            <a:schemeClr val="tx1"/>
                          </a:solidFill>
                          <a:latin typeface="IntelOne Text"/>
                          <a:ea typeface="+mn-ea"/>
                          <a:cs typeface="+mn-cs"/>
                          <a:sym typeface="Arial"/>
                        </a:rPr>
                        <a:t>5. Working with AI Agents </a:t>
                      </a:r>
                      <a:br>
                        <a:rPr lang="en-US" sz="1000" b="0" i="0" u="none" strike="noStrike" cap="none">
                          <a:solidFill>
                            <a:schemeClr val="tx1"/>
                          </a:solidFill>
                          <a:latin typeface="IntelOne Text"/>
                          <a:ea typeface="+mn-ea"/>
                          <a:cs typeface="+mn-cs"/>
                          <a:sym typeface="Arial"/>
                        </a:rPr>
                      </a:br>
                      <a:r>
                        <a:rPr lang="en-US" sz="1000" b="0" i="0" u="none" strike="noStrike" cap="none">
                          <a:solidFill>
                            <a:schemeClr val="tx1"/>
                          </a:solidFill>
                          <a:latin typeface="IntelOne Text"/>
                          <a:ea typeface="+mn-ea"/>
                          <a:cs typeface="+mn-cs"/>
                          <a:sym typeface="Arial"/>
                        </a:rPr>
                        <a:t>(Vertical vs Horizontal Agents)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6848376"/>
                  </a:ext>
                </a:extLst>
              </a:tr>
              <a:tr h="320770">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algn="l"/>
                      <a:r>
                        <a:rPr lang="en-GB" sz="1000" b="0" i="0" u="none" strike="noStrike" cap="none">
                          <a:solidFill>
                            <a:schemeClr val="tx1"/>
                          </a:solidFill>
                          <a:latin typeface="IntelOne Text"/>
                          <a:ea typeface="+mn-ea"/>
                          <a:cs typeface="+mn-cs"/>
                          <a:sym typeface="Arial"/>
                        </a:rPr>
                        <a:t>6. Using Agentic Tools for the Workplace</a:t>
                      </a:r>
                      <a:endParaRPr lang="en-CA" sz="1000" b="0" i="0" u="none" strike="noStrike" cap="none">
                        <a:solidFill>
                          <a:schemeClr val="tx1"/>
                        </a:solidFill>
                        <a:latin typeface="IntelOne Text"/>
                        <a:ea typeface="+mn-ea"/>
                        <a:cs typeface="+mn-cs"/>
                        <a:sym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0346516"/>
                  </a:ext>
                </a:extLst>
              </a:tr>
              <a:tr h="320770">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algn="l"/>
                      <a:r>
                        <a:rPr lang="en-GB" sz="1000" b="0" i="0" u="none" strike="noStrike" cap="none">
                          <a:solidFill>
                            <a:schemeClr val="tx1"/>
                          </a:solidFill>
                          <a:latin typeface="IntelOne Text"/>
                          <a:ea typeface="+mn-ea"/>
                          <a:cs typeface="+mn-cs"/>
                          <a:sym typeface="Arial"/>
                        </a:rPr>
                        <a:t>7. Agentic AI for Prototyping</a:t>
                      </a:r>
                      <a:endParaRPr lang="en-CA" sz="1000" b="0" i="0" u="none" strike="noStrike" cap="none">
                        <a:solidFill>
                          <a:schemeClr val="tx1"/>
                        </a:solidFill>
                        <a:latin typeface="IntelOne Text"/>
                        <a:ea typeface="+mn-ea"/>
                        <a:cs typeface="+mn-cs"/>
                        <a:sym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3102407"/>
                  </a:ext>
                </a:extLst>
              </a:tr>
              <a:tr h="336734">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algn="l"/>
                      <a:r>
                        <a:rPr lang="en-US" sz="1000" b="0" i="0" u="none" strike="noStrike" cap="none">
                          <a:solidFill>
                            <a:schemeClr val="tx1"/>
                          </a:solidFill>
                          <a:latin typeface="IntelOne Text"/>
                          <a:ea typeface="+mn-ea"/>
                          <a:cs typeface="+mn-cs"/>
                          <a:sym typeface="Arial"/>
                        </a:rPr>
                        <a:t>8. Project – </a:t>
                      </a:r>
                      <a:r>
                        <a:rPr lang="en-GB" sz="1000" b="0" i="0" u="none" strike="noStrike" cap="none">
                          <a:solidFill>
                            <a:schemeClr val="tx1"/>
                          </a:solidFill>
                          <a:latin typeface="IntelOne Text"/>
                          <a:ea typeface="+mn-ea"/>
                          <a:cs typeface="+mn-cs"/>
                          <a:sym typeface="Arial"/>
                        </a:rPr>
                        <a:t>Building a Business Solution Foundation</a:t>
                      </a:r>
                      <a:endParaRPr lang="en-CA" sz="1000" b="0" i="0" u="none" strike="noStrike" cap="none">
                        <a:solidFill>
                          <a:schemeClr val="tx1"/>
                        </a:solidFill>
                        <a:latin typeface="IntelOne Text"/>
                        <a:ea typeface="+mn-ea"/>
                        <a:cs typeface="+mn-cs"/>
                        <a:sym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1608785"/>
                  </a:ext>
                </a:extLst>
              </a:tr>
            </a:tbl>
          </a:graphicData>
        </a:graphic>
      </p:graphicFrame>
      <p:graphicFrame>
        <p:nvGraphicFramePr>
          <p:cNvPr id="8" name="Table 7">
            <a:extLst>
              <a:ext uri="{FF2B5EF4-FFF2-40B4-BE49-F238E27FC236}">
                <a16:creationId xmlns:a16="http://schemas.microsoft.com/office/drawing/2014/main" id="{8DF46954-69A5-BFF3-BB93-55FC7F6B499A}"/>
              </a:ext>
            </a:extLst>
          </p:cNvPr>
          <p:cNvGraphicFramePr>
            <a:graphicFrameLocks noGrp="1"/>
          </p:cNvGraphicFramePr>
          <p:nvPr>
            <p:extLst>
              <p:ext uri="{D42A27DB-BD31-4B8C-83A1-F6EECF244321}">
                <p14:modId xmlns:p14="http://schemas.microsoft.com/office/powerpoint/2010/main" val="269264777"/>
              </p:ext>
            </p:extLst>
          </p:nvPr>
        </p:nvGraphicFramePr>
        <p:xfrm>
          <a:off x="653130" y="4393122"/>
          <a:ext cx="5442869" cy="1553749"/>
        </p:xfrm>
        <a:graphic>
          <a:graphicData uri="http://schemas.openxmlformats.org/drawingml/2006/table">
            <a:tbl>
              <a:tblPr firstRow="1" bandRow="1">
                <a:tableStyleId>{5C22544A-7EE6-4342-B048-85BDC9FD1C3A}</a:tableStyleId>
              </a:tblPr>
              <a:tblGrid>
                <a:gridCol w="1814290">
                  <a:extLst>
                    <a:ext uri="{9D8B030D-6E8A-4147-A177-3AD203B41FA5}">
                      <a16:colId xmlns:a16="http://schemas.microsoft.com/office/drawing/2014/main" val="1663294306"/>
                    </a:ext>
                  </a:extLst>
                </a:gridCol>
                <a:gridCol w="2886147">
                  <a:extLst>
                    <a:ext uri="{9D8B030D-6E8A-4147-A177-3AD203B41FA5}">
                      <a16:colId xmlns:a16="http://schemas.microsoft.com/office/drawing/2014/main" val="3092842331"/>
                    </a:ext>
                  </a:extLst>
                </a:gridCol>
                <a:gridCol w="742432">
                  <a:extLst>
                    <a:ext uri="{9D8B030D-6E8A-4147-A177-3AD203B41FA5}">
                      <a16:colId xmlns:a16="http://schemas.microsoft.com/office/drawing/2014/main" val="1450877776"/>
                    </a:ext>
                  </a:extLst>
                </a:gridCol>
              </a:tblGrid>
              <a:tr h="424515">
                <a:tc rowSpan="4">
                  <a:txBody>
                    <a:bodyPr/>
                    <a:lstStyle/>
                    <a:p>
                      <a:pPr marL="0" marR="0" lvl="0" indent="0" algn="ctr" defTabSz="914400" rtl="0" eaLnBrk="1" fontAlgn="auto" latinLnBrk="0" hangingPunct="1">
                        <a:lnSpc>
                          <a:spcPct val="100000"/>
                        </a:lnSpc>
                        <a:spcBef>
                          <a:spcPct val="0"/>
                        </a:spcBef>
                        <a:spcAft>
                          <a:spcPct val="0"/>
                        </a:spcAft>
                        <a:buClr>
                          <a:srgbClr val="000000"/>
                        </a:buClr>
                        <a:buSzTx/>
                        <a:buFont typeface="Arial"/>
                        <a:buNone/>
                        <a:tabLst/>
                        <a:defRPr/>
                      </a:pPr>
                      <a:r>
                        <a:rPr lang="en-US" sz="1000" b="1" i="0" u="none" strike="noStrike" cap="none">
                          <a:solidFill>
                            <a:schemeClr val="tx1"/>
                          </a:solidFill>
                          <a:latin typeface="IntelOne Text"/>
                          <a:ea typeface="Arial"/>
                          <a:cs typeface="Arial"/>
                          <a:sym typeface="Arial"/>
                        </a:rPr>
                        <a:t>Building AI Agents </a:t>
                      </a:r>
                      <a:br>
                        <a:rPr lang="en-US" sz="1000" b="1" i="0" u="none" strike="noStrike" cap="none">
                          <a:solidFill>
                            <a:srgbClr val="525252"/>
                          </a:solidFill>
                          <a:latin typeface="IntelOne Text"/>
                          <a:ea typeface="Arial"/>
                          <a:cs typeface="Arial"/>
                          <a:sym typeface="Arial"/>
                        </a:rPr>
                      </a:br>
                      <a:r>
                        <a:rPr lang="en-US" sz="1000" b="1" i="0" u="none" strike="noStrike" cap="none">
                          <a:solidFill>
                            <a:schemeClr val="tx1"/>
                          </a:solidFill>
                          <a:latin typeface="IntelOne Text"/>
                          <a:ea typeface="Arial"/>
                          <a:cs typeface="Arial"/>
                          <a:sym typeface="Arial"/>
                        </a:rPr>
                        <a:t>(No-Code)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US" sz="1000" b="0" i="0" u="none" strike="noStrike" cap="none">
                          <a:solidFill>
                            <a:schemeClr val="tx1"/>
                          </a:solidFill>
                          <a:latin typeface="IntelOne Text"/>
                          <a:ea typeface="+mn-ea"/>
                          <a:cs typeface="+mn-cs"/>
                          <a:sym typeface="Arial"/>
                        </a:rPr>
                        <a:t>9. Basic Agents (GPTs, Gems, Copilot Agents)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12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6848376"/>
                  </a:ext>
                </a:extLst>
              </a:tr>
              <a:tr h="320770">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ct val="0"/>
                        </a:spcBef>
                        <a:spcAft>
                          <a:spcPct val="0"/>
                        </a:spcAft>
                        <a:buClr>
                          <a:srgbClr val="000000"/>
                        </a:buClr>
                        <a:buSzTx/>
                        <a:buFont typeface="Arial"/>
                        <a:buNone/>
                        <a:tabLst/>
                        <a:defRPr/>
                      </a:pPr>
                      <a:r>
                        <a:rPr lang="en-US" sz="1000" b="0" i="0" u="none" strike="noStrike" kern="1200" cap="none">
                          <a:solidFill>
                            <a:schemeClr val="tx1"/>
                          </a:solidFill>
                          <a:latin typeface="IntelOne Text"/>
                          <a:ea typeface="+mn-ea"/>
                          <a:cs typeface="+mn-cs"/>
                          <a:sym typeface="Arial"/>
                        </a:rPr>
                        <a:t>10. Building Agents with </a:t>
                      </a:r>
                      <a:r>
                        <a:rPr lang="en-GB" sz="1000" b="0" i="0" u="none" strike="noStrike" kern="1200" cap="none">
                          <a:solidFill>
                            <a:schemeClr val="tx1"/>
                          </a:solidFill>
                          <a:latin typeface="IntelOne Text"/>
                          <a:ea typeface="+mn-ea"/>
                          <a:cs typeface="+mn-cs"/>
                          <a:sym typeface="Arial"/>
                        </a:rPr>
                        <a:t>Workflow Automation &amp; Orchestration</a:t>
                      </a:r>
                      <a:r>
                        <a:rPr lang="en-US" sz="1000" b="0" i="0" u="none" strike="noStrike" kern="1200" cap="none">
                          <a:solidFill>
                            <a:schemeClr val="tx1"/>
                          </a:solidFill>
                          <a:latin typeface="IntelOne Text"/>
                          <a:ea typeface="+mn-ea"/>
                          <a:cs typeface="+mn-cs"/>
                          <a:sym typeface="Arial"/>
                        </a:rPr>
                        <a:t> Tools - I</a:t>
                      </a:r>
                      <a:endParaRPr lang="en-GB" sz="1000" b="0" i="0" u="none" strike="noStrike" kern="1200" cap="none">
                        <a:solidFill>
                          <a:schemeClr val="tx1"/>
                        </a:solidFill>
                        <a:latin typeface="IntelOne Text"/>
                        <a:ea typeface="+mn-ea"/>
                        <a:cs typeface="+mn-cs"/>
                        <a:sym typeface="Arial"/>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0346516"/>
                  </a:ext>
                </a:extLst>
              </a:tr>
              <a:tr h="320770">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ct val="0"/>
                        </a:spcBef>
                        <a:spcAft>
                          <a:spcPct val="0"/>
                        </a:spcAft>
                        <a:buClr>
                          <a:srgbClr val="000000"/>
                        </a:buClr>
                        <a:buSzTx/>
                        <a:buFont typeface="Arial"/>
                        <a:buNone/>
                        <a:tabLst/>
                        <a:defRPr/>
                      </a:pPr>
                      <a:r>
                        <a:rPr lang="en-US" sz="1000" b="0" i="0" u="none" strike="noStrike" kern="1200" cap="none">
                          <a:solidFill>
                            <a:schemeClr val="tx1"/>
                          </a:solidFill>
                          <a:latin typeface="IntelOne Text"/>
                          <a:ea typeface="+mn-ea"/>
                          <a:cs typeface="+mn-cs"/>
                          <a:sym typeface="Arial"/>
                        </a:rPr>
                        <a:t>11. Building Agents with </a:t>
                      </a:r>
                      <a:r>
                        <a:rPr lang="en-GB" sz="1000" b="0" i="0" u="none" strike="noStrike" kern="1200" cap="none">
                          <a:solidFill>
                            <a:schemeClr val="tx1"/>
                          </a:solidFill>
                          <a:latin typeface="IntelOne Text"/>
                          <a:ea typeface="+mn-ea"/>
                          <a:cs typeface="+mn-cs"/>
                          <a:sym typeface="Arial"/>
                        </a:rPr>
                        <a:t>Workflow Automation &amp; Orchestration</a:t>
                      </a:r>
                      <a:r>
                        <a:rPr lang="en-US" sz="1000" b="0" i="0" u="none" strike="noStrike" kern="1200" cap="none">
                          <a:solidFill>
                            <a:schemeClr val="tx1"/>
                          </a:solidFill>
                          <a:latin typeface="IntelOne Text"/>
                          <a:ea typeface="+mn-ea"/>
                          <a:cs typeface="+mn-cs"/>
                          <a:sym typeface="Arial"/>
                        </a:rPr>
                        <a:t> Tools </a:t>
                      </a:r>
                      <a:r>
                        <a:rPr lang="fr-FR" sz="1000" b="0" i="0" u="none" strike="noStrike" kern="1200" cap="none">
                          <a:solidFill>
                            <a:schemeClr val="tx1"/>
                          </a:solidFill>
                          <a:latin typeface="IntelOne Text"/>
                          <a:ea typeface="+mn-ea"/>
                          <a:cs typeface="+mn-cs"/>
                          <a:sym typeface="Arial"/>
                        </a:rPr>
                        <a:t>- </a:t>
                      </a:r>
                      <a:r>
                        <a:rPr lang="en-US" sz="1000" b="0" i="0" u="none" strike="noStrike" kern="1200" cap="none">
                          <a:solidFill>
                            <a:schemeClr val="tx1"/>
                          </a:solidFill>
                          <a:latin typeface="IntelOne Text"/>
                          <a:ea typeface="+mn-ea"/>
                          <a:cs typeface="+mn-cs"/>
                          <a:sym typeface="Arial"/>
                        </a:rPr>
                        <a:t>II</a:t>
                      </a:r>
                      <a:endParaRPr lang="en-GB" sz="1000" b="0" i="0" u="none" strike="noStrike" kern="1200" cap="none">
                        <a:solidFill>
                          <a:schemeClr val="tx1"/>
                        </a:solidFill>
                        <a:latin typeface="IntelOne Text"/>
                        <a:ea typeface="+mn-ea"/>
                        <a:cs typeface="+mn-cs"/>
                        <a:sym typeface="Arial"/>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3102407"/>
                  </a:ext>
                </a:extLst>
              </a:tr>
              <a:tr h="336734">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US" sz="1000" b="0" i="0" u="none" strike="noStrike" cap="none">
                          <a:solidFill>
                            <a:schemeClr val="tx1"/>
                          </a:solidFill>
                          <a:latin typeface="IntelOne Text"/>
                          <a:ea typeface="+mn-ea"/>
                          <a:cs typeface="+mn-cs"/>
                          <a:sym typeface="Arial"/>
                        </a:rPr>
                        <a:t>12. Project – Build a No-Code Multi-Agent System</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1608785"/>
                  </a:ext>
                </a:extLst>
              </a:tr>
            </a:tbl>
          </a:graphicData>
        </a:graphic>
      </p:graphicFrame>
      <p:graphicFrame>
        <p:nvGraphicFramePr>
          <p:cNvPr id="9" name="Table 8">
            <a:extLst>
              <a:ext uri="{FF2B5EF4-FFF2-40B4-BE49-F238E27FC236}">
                <a16:creationId xmlns:a16="http://schemas.microsoft.com/office/drawing/2014/main" id="{C17B2880-CDCB-B180-639C-881D56540D44}"/>
              </a:ext>
            </a:extLst>
          </p:cNvPr>
          <p:cNvGraphicFramePr>
            <a:graphicFrameLocks noGrp="1"/>
          </p:cNvGraphicFramePr>
          <p:nvPr>
            <p:extLst>
              <p:ext uri="{D42A27DB-BD31-4B8C-83A1-F6EECF244321}">
                <p14:modId xmlns:p14="http://schemas.microsoft.com/office/powerpoint/2010/main" val="535890488"/>
              </p:ext>
            </p:extLst>
          </p:nvPr>
        </p:nvGraphicFramePr>
        <p:xfrm>
          <a:off x="6360957" y="999460"/>
          <a:ext cx="4804665" cy="2429540"/>
        </p:xfrm>
        <a:graphic>
          <a:graphicData uri="http://schemas.openxmlformats.org/drawingml/2006/table">
            <a:tbl>
              <a:tblPr firstRow="1" bandRow="1">
                <a:tableStyleId>{5C22544A-7EE6-4342-B048-85BDC9FD1C3A}</a:tableStyleId>
              </a:tblPr>
              <a:tblGrid>
                <a:gridCol w="1601555">
                  <a:extLst>
                    <a:ext uri="{9D8B030D-6E8A-4147-A177-3AD203B41FA5}">
                      <a16:colId xmlns:a16="http://schemas.microsoft.com/office/drawing/2014/main" val="1663294306"/>
                    </a:ext>
                  </a:extLst>
                </a:gridCol>
                <a:gridCol w="2547732">
                  <a:extLst>
                    <a:ext uri="{9D8B030D-6E8A-4147-A177-3AD203B41FA5}">
                      <a16:colId xmlns:a16="http://schemas.microsoft.com/office/drawing/2014/main" val="3092842331"/>
                    </a:ext>
                  </a:extLst>
                </a:gridCol>
                <a:gridCol w="655378">
                  <a:extLst>
                    <a:ext uri="{9D8B030D-6E8A-4147-A177-3AD203B41FA5}">
                      <a16:colId xmlns:a16="http://schemas.microsoft.com/office/drawing/2014/main" val="1450877776"/>
                    </a:ext>
                  </a:extLst>
                </a:gridCol>
              </a:tblGrid>
              <a:tr h="420478">
                <a:tc>
                  <a:txBody>
                    <a:bodyPr/>
                    <a:lstStyle/>
                    <a:p>
                      <a:pPr algn="ctr"/>
                      <a:r>
                        <a:rPr lang="en-US" sz="1000">
                          <a:solidFill>
                            <a:schemeClr val="tx1">
                              <a:lumMod val="50000"/>
                            </a:schemeClr>
                          </a:solidFill>
                          <a:latin typeface="IntelOne Text Medium"/>
                        </a:rPr>
                        <a:t>Category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1000">
                          <a:solidFill>
                            <a:schemeClr val="tx1">
                              <a:lumMod val="50000"/>
                            </a:schemeClr>
                          </a:solidFill>
                          <a:latin typeface="IntelOne Text Medium" panose="020B0703020203020204" pitchFamily="34" charset="0"/>
                        </a:rPr>
                        <a:t>Module title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sz="1000">
                          <a:solidFill>
                            <a:schemeClr val="tx1">
                              <a:lumMod val="50000"/>
                            </a:schemeClr>
                          </a:solidFill>
                          <a:latin typeface="IntelOne Text Medium" panose="020B0703020203020204" pitchFamily="34" charset="0"/>
                        </a:rPr>
                        <a:t>Hours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63715271"/>
                  </a:ext>
                </a:extLst>
              </a:tr>
              <a:tr h="454329">
                <a:tc rowSpan="4">
                  <a:txBody>
                    <a:bodyPr/>
                    <a:lstStyle/>
                    <a:p>
                      <a:pPr algn="ctr"/>
                      <a:r>
                        <a:rPr lang="en-US" sz="1000" b="1">
                          <a:solidFill>
                            <a:schemeClr val="tx1"/>
                          </a:solidFill>
                          <a:latin typeface="IntelOne Text"/>
                        </a:rPr>
                        <a:t>Building AI Agents (Code)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US" sz="1000" b="0" i="0" u="none" strike="noStrike" kern="1200" cap="none">
                          <a:solidFill>
                            <a:schemeClr val="tx1"/>
                          </a:solidFill>
                          <a:latin typeface="IntelOne Text"/>
                          <a:ea typeface="+mn-ea"/>
                          <a:cs typeface="+mn-cs"/>
                          <a:sym typeface="Arial"/>
                        </a:rPr>
                        <a:t>13. Agentic Building Blocks with </a:t>
                      </a:r>
                      <a:r>
                        <a:rPr lang="en-US" sz="1000" b="0" i="0" u="none" strike="noStrike" kern="1200" cap="none" err="1">
                          <a:solidFill>
                            <a:schemeClr val="tx1"/>
                          </a:solidFill>
                          <a:latin typeface="IntelOne Text"/>
                          <a:ea typeface="+mn-ea"/>
                          <a:cs typeface="+mn-cs"/>
                          <a:sym typeface="Arial"/>
                        </a:rPr>
                        <a:t>LangChain</a:t>
                      </a:r>
                      <a:endParaRPr lang="en-US" sz="1000" b="0" i="0" u="none" strike="noStrike" kern="1200" cap="none">
                        <a:solidFill>
                          <a:schemeClr val="tx1"/>
                        </a:solidFill>
                        <a:latin typeface="IntelOne Text"/>
                        <a:ea typeface="+mn-ea"/>
                        <a:cs typeface="+mn-cs"/>
                        <a:sym typeface="Arial"/>
                      </a:endParaRPr>
                    </a:p>
                  </a:txBody>
                  <a:tcPr marL="45725" marR="45725"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6848376"/>
                  </a:ext>
                </a:extLst>
              </a:tr>
              <a:tr h="454329">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GB" sz="1000" b="0" i="0" u="none" strike="noStrike" kern="1200" cap="none">
                          <a:solidFill>
                            <a:schemeClr val="tx1"/>
                          </a:solidFill>
                          <a:latin typeface="IntelOne Text"/>
                          <a:ea typeface="+mn-ea"/>
                          <a:cs typeface="+mn-cs"/>
                          <a:sym typeface="Arial"/>
                        </a:rPr>
                        <a:t>14. Long-Running Agents with </a:t>
                      </a:r>
                      <a:r>
                        <a:rPr lang="en-GB" sz="1000" b="0" i="0" u="none" strike="noStrike" kern="1200" cap="none" err="1">
                          <a:solidFill>
                            <a:schemeClr val="tx1"/>
                          </a:solidFill>
                          <a:latin typeface="IntelOne Text"/>
                          <a:ea typeface="+mn-ea"/>
                          <a:cs typeface="+mn-cs"/>
                          <a:sym typeface="Arial"/>
                        </a:rPr>
                        <a:t>LangGraph</a:t>
                      </a:r>
                      <a:endParaRPr lang="en-US" sz="1000" b="0" i="0" u="none" strike="noStrike" kern="1200" cap="none">
                        <a:solidFill>
                          <a:schemeClr val="tx1"/>
                        </a:solidFill>
                        <a:latin typeface="IntelOne Text"/>
                        <a:ea typeface="+mn-ea"/>
                        <a:cs typeface="+mn-cs"/>
                        <a:sym typeface="Arial"/>
                      </a:endParaRPr>
                    </a:p>
                  </a:txBody>
                  <a:tcPr marL="45725" marR="45725"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0346516"/>
                  </a:ext>
                </a:extLst>
              </a:tr>
              <a:tr h="454329">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US" sz="1000" b="0" i="0" u="none" strike="noStrike" kern="1200" cap="none">
                          <a:solidFill>
                            <a:schemeClr val="tx1"/>
                          </a:solidFill>
                          <a:latin typeface="IntelOne Text"/>
                          <a:ea typeface="+mn-ea"/>
                          <a:cs typeface="+mn-cs"/>
                          <a:sym typeface="Arial"/>
                        </a:rPr>
                        <a:t>15. Governance for Autonomous Agents with </a:t>
                      </a:r>
                      <a:r>
                        <a:rPr lang="en-US" sz="1000" b="0" i="0" u="none" strike="noStrike" kern="1200" cap="none" err="1">
                          <a:solidFill>
                            <a:schemeClr val="tx1"/>
                          </a:solidFill>
                          <a:latin typeface="IntelOne Text"/>
                          <a:ea typeface="+mn-ea"/>
                          <a:cs typeface="+mn-cs"/>
                          <a:sym typeface="Arial"/>
                        </a:rPr>
                        <a:t>LangSmith</a:t>
                      </a:r>
                      <a:endParaRPr lang="en-US" sz="1000" b="0" i="0" u="none" strike="noStrike" kern="1200" cap="none">
                        <a:solidFill>
                          <a:schemeClr val="tx1"/>
                        </a:solidFill>
                        <a:latin typeface="IntelOne Text"/>
                        <a:ea typeface="+mn-ea"/>
                        <a:cs typeface="+mn-cs"/>
                        <a:sym typeface="Arial"/>
                      </a:endParaRPr>
                    </a:p>
                  </a:txBody>
                  <a:tcPr marL="45725" marR="45725"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3102407"/>
                  </a:ext>
                </a:extLst>
              </a:tr>
              <a:tr h="646075">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US" sz="1000" b="0" i="0" u="none" strike="noStrike" kern="1200" cap="none">
                          <a:solidFill>
                            <a:schemeClr val="tx1"/>
                          </a:solidFill>
                          <a:latin typeface="IntelOne Text"/>
                          <a:ea typeface="+mn-ea"/>
                          <a:cs typeface="+mn-cs"/>
                          <a:sym typeface="Arial"/>
                        </a:rPr>
                        <a:t>16. Project – Build Code Based Agent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1608785"/>
                  </a:ext>
                </a:extLst>
              </a:tr>
            </a:tbl>
          </a:graphicData>
        </a:graphic>
      </p:graphicFrame>
      <p:graphicFrame>
        <p:nvGraphicFramePr>
          <p:cNvPr id="11" name="Table 10">
            <a:extLst>
              <a:ext uri="{FF2B5EF4-FFF2-40B4-BE49-F238E27FC236}">
                <a16:creationId xmlns:a16="http://schemas.microsoft.com/office/drawing/2014/main" id="{8ECD0509-DBA5-70AA-E482-084CDBFAE181}"/>
              </a:ext>
            </a:extLst>
          </p:cNvPr>
          <p:cNvGraphicFramePr>
            <a:graphicFrameLocks noGrp="1"/>
          </p:cNvGraphicFramePr>
          <p:nvPr>
            <p:extLst>
              <p:ext uri="{D42A27DB-BD31-4B8C-83A1-F6EECF244321}">
                <p14:modId xmlns:p14="http://schemas.microsoft.com/office/powerpoint/2010/main" val="815942941"/>
              </p:ext>
            </p:extLst>
          </p:nvPr>
        </p:nvGraphicFramePr>
        <p:xfrm>
          <a:off x="6360957" y="3572408"/>
          <a:ext cx="4804665" cy="2429539"/>
        </p:xfrm>
        <a:graphic>
          <a:graphicData uri="http://schemas.openxmlformats.org/drawingml/2006/table">
            <a:tbl>
              <a:tblPr firstRow="1" bandRow="1">
                <a:tableStyleId>{5C22544A-7EE6-4342-B048-85BDC9FD1C3A}</a:tableStyleId>
              </a:tblPr>
              <a:tblGrid>
                <a:gridCol w="1601555">
                  <a:extLst>
                    <a:ext uri="{9D8B030D-6E8A-4147-A177-3AD203B41FA5}">
                      <a16:colId xmlns:a16="http://schemas.microsoft.com/office/drawing/2014/main" val="1663294306"/>
                    </a:ext>
                  </a:extLst>
                </a:gridCol>
                <a:gridCol w="2547732">
                  <a:extLst>
                    <a:ext uri="{9D8B030D-6E8A-4147-A177-3AD203B41FA5}">
                      <a16:colId xmlns:a16="http://schemas.microsoft.com/office/drawing/2014/main" val="3092842331"/>
                    </a:ext>
                  </a:extLst>
                </a:gridCol>
                <a:gridCol w="655378">
                  <a:extLst>
                    <a:ext uri="{9D8B030D-6E8A-4147-A177-3AD203B41FA5}">
                      <a16:colId xmlns:a16="http://schemas.microsoft.com/office/drawing/2014/main" val="1450877776"/>
                    </a:ext>
                  </a:extLst>
                </a:gridCol>
              </a:tblGrid>
              <a:tr h="497958">
                <a:tc rowSpan="4">
                  <a:txBody>
                    <a:bodyPr/>
                    <a:lstStyle/>
                    <a:p>
                      <a:pPr algn="ctr"/>
                      <a:r>
                        <a:rPr lang="en-US" sz="1000" b="1">
                          <a:solidFill>
                            <a:schemeClr val="tx1"/>
                          </a:solidFill>
                          <a:latin typeface="IntelOne Text"/>
                        </a:rPr>
                        <a:t>Running Local Agents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US" sz="1000" b="0" i="0" u="none" strike="noStrike" cap="none">
                          <a:solidFill>
                            <a:schemeClr val="tx1"/>
                          </a:solidFill>
                          <a:latin typeface="IntelOne Text"/>
                          <a:ea typeface="+mn-ea"/>
                          <a:cs typeface="Arial"/>
                          <a:sym typeface="Arial"/>
                        </a:rPr>
                        <a:t>17. Hardware for Local Agents</a:t>
                      </a:r>
                      <a:endParaRPr lang="en-US" sz="1000" b="0" i="0" u="none" strike="noStrike" cap="none" dirty="0">
                        <a:solidFill>
                          <a:schemeClr val="tx1"/>
                        </a:solidFill>
                        <a:latin typeface="IntelOne Text"/>
                        <a:ea typeface="+mn-ea"/>
                        <a:cs typeface="Arial"/>
                        <a:sym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6848376"/>
                  </a:ext>
                </a:extLst>
              </a:tr>
              <a:tr h="497958">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US" sz="1000" b="0" i="0" u="none" strike="noStrike" cap="none">
                          <a:solidFill>
                            <a:schemeClr val="tx1"/>
                          </a:solidFill>
                          <a:latin typeface="IntelOne Text"/>
                          <a:ea typeface="+mn-ea"/>
                          <a:cs typeface="Arial"/>
                          <a:sym typeface="Arial"/>
                        </a:rPr>
                        <a:t>18. Software for Local Models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0346516"/>
                  </a:ext>
                </a:extLst>
              </a:tr>
              <a:tr h="725505">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US" sz="1000" b="0" i="0" u="none" strike="noStrike" cap="none">
                          <a:solidFill>
                            <a:schemeClr val="tx1"/>
                          </a:solidFill>
                          <a:latin typeface="IntelOne Text"/>
                          <a:ea typeface="+mn-ea"/>
                          <a:cs typeface="Arial"/>
                          <a:sym typeface="Arial"/>
                        </a:rPr>
                        <a:t>19. Sovereign Local AI Agent​</a:t>
                      </a:r>
                      <a:endParaRPr lang="en-US" sz="1000" b="0" i="0" u="none" strike="noStrike" cap="none" dirty="0">
                        <a:solidFill>
                          <a:schemeClr val="tx1"/>
                        </a:solidFill>
                        <a:latin typeface="IntelOne Text"/>
                        <a:ea typeface="+mn-ea"/>
                        <a:cs typeface="Arial"/>
                        <a:sym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3102407"/>
                  </a:ext>
                </a:extLst>
              </a:tr>
              <a:tr h="708118">
                <a:tc vMerge="1">
                  <a:txBody>
                    <a:bodyPr/>
                    <a:lstStyle/>
                    <a:p>
                      <a:pPr algn="ctr"/>
                      <a:endParaRPr lang="en-US" sz="1000" b="0">
                        <a:solidFill>
                          <a:srgbClr val="708541"/>
                        </a:solidFill>
                        <a:latin typeface="IntelOne Text" panose="020B0503020203020204" pitchFamily="34" charset="0"/>
                      </a:endParaRPr>
                    </a:p>
                  </a:txBody>
                  <a:tcPr marL="45720" marR="45720" anchor="ctr">
                    <a:lnL w="12700" cap="flat" cmpd="sng" algn="ctr">
                      <a:solidFill>
                        <a:srgbClr val="8BAE46"/>
                      </a:solidFill>
                      <a:prstDash val="solid"/>
                      <a:round/>
                      <a:headEnd type="none" w="med" len="med"/>
                      <a:tailEnd type="none" w="med" len="med"/>
                    </a:lnL>
                    <a:lnR w="12700" cap="flat" cmpd="sng" algn="ctr">
                      <a:solidFill>
                        <a:srgbClr val="8BAE46"/>
                      </a:solidFill>
                      <a:prstDash val="solid"/>
                      <a:round/>
                      <a:headEnd type="none" w="med" len="med"/>
                      <a:tailEnd type="none" w="med" len="med"/>
                    </a:lnR>
                    <a:lnT w="12700" cap="flat" cmpd="sng" algn="ctr">
                      <a:solidFill>
                        <a:srgbClr val="8BAE46"/>
                      </a:solidFill>
                      <a:prstDash val="solid"/>
                      <a:round/>
                      <a:headEnd type="none" w="med" len="med"/>
                      <a:tailEnd type="none" w="med" len="med"/>
                    </a:lnT>
                    <a:lnB w="12700" cap="flat" cmpd="sng" algn="ctr">
                      <a:solidFill>
                        <a:srgbClr val="8BAE46"/>
                      </a:solidFill>
                      <a:prstDash val="solid"/>
                      <a:round/>
                      <a:headEnd type="none" w="med" len="med"/>
                      <a:tailEnd type="none" w="med" len="med"/>
                    </a:lnB>
                    <a:solidFill>
                      <a:schemeClr val="bg1"/>
                    </a:solidFill>
                  </a:tcPr>
                </a:tc>
                <a:tc>
                  <a:txBody>
                    <a:bodyPr/>
                    <a:lstStyle/>
                    <a:p>
                      <a:pPr marL="0" marR="0" lvl="0" indent="0" algn="l" rtl="0">
                        <a:lnSpc>
                          <a:spcPct val="100000"/>
                        </a:lnSpc>
                        <a:spcBef>
                          <a:spcPct val="0"/>
                        </a:spcBef>
                        <a:spcAft>
                          <a:spcPct val="0"/>
                        </a:spcAft>
                        <a:buClr>
                          <a:srgbClr val="000000"/>
                        </a:buClr>
                        <a:buSzTx/>
                        <a:buFont typeface="Arial"/>
                        <a:buNone/>
                      </a:pPr>
                      <a:r>
                        <a:rPr lang="en-US" sz="1000" b="0" i="0" u="none" strike="noStrike" cap="none">
                          <a:solidFill>
                            <a:schemeClr val="dk1"/>
                          </a:solidFill>
                          <a:latin typeface="IntelOne Text" panose="020B0503020203020204" pitchFamily="34" charset="0"/>
                          <a:ea typeface="Play"/>
                          <a:cs typeface="Play"/>
                          <a:sym typeface="Play"/>
                        </a:rPr>
                        <a:t>20. Project – Build a Local Agent</a:t>
                      </a:r>
                      <a:endParaRPr lang="en-US" sz="1000" b="0" i="0" u="none" strike="noStrike" cap="none">
                        <a:solidFill>
                          <a:schemeClr val="tx1"/>
                        </a:solidFill>
                        <a:latin typeface="IntelOne Text"/>
                        <a:ea typeface="+mn-ea"/>
                        <a:cs typeface="Arial"/>
                        <a:sym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0">
                          <a:solidFill>
                            <a:schemeClr val="tx1"/>
                          </a:solidFill>
                          <a:latin typeface="IntelOne Text" panose="020B0503020203020204" pitchFamily="34" charset="0"/>
                        </a:rPr>
                        <a:t>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1608785"/>
                  </a:ext>
                </a:extLst>
              </a:tr>
            </a:tbl>
          </a:graphicData>
        </a:graphic>
      </p:graphicFrame>
      <p:sp>
        <p:nvSpPr>
          <p:cNvPr id="5" name="TextShape 2">
            <a:extLst>
              <a:ext uri="{FF2B5EF4-FFF2-40B4-BE49-F238E27FC236}">
                <a16:creationId xmlns:a16="http://schemas.microsoft.com/office/drawing/2014/main" id="{507698A7-480A-53F2-367B-3B389205796E}"/>
              </a:ext>
            </a:extLst>
          </p:cNvPr>
          <p:cNvSpPr txBox="1"/>
          <p:nvPr/>
        </p:nvSpPr>
        <p:spPr>
          <a:xfrm>
            <a:off x="361437" y="6412900"/>
            <a:ext cx="11010816" cy="425268"/>
          </a:xfrm>
          <a:prstGeom prst="rect">
            <a:avLst/>
          </a:prstGeom>
          <a:noFill/>
          <a:ln>
            <a:noFill/>
          </a:ln>
        </p:spPr>
        <p:txBody>
          <a:bodyPr tIns="121920" bIns="121920" anchor="ctr"/>
          <a:lstStyle/>
          <a:p>
            <a:pPr marL="0" marR="0" lvl="0" indent="0" algn="ctr" defTabSz="609585" rtl="0" eaLnBrk="1" fontAlgn="auto" latinLnBrk="0" hangingPunct="1">
              <a:lnSpc>
                <a:spcPct val="100000"/>
              </a:lnSpc>
              <a:spcBef>
                <a:spcPts val="1335"/>
              </a:spcBef>
              <a:spcAft>
                <a:spcPts val="1335"/>
              </a:spcAft>
              <a:buClrTx/>
              <a:buSzTx/>
              <a:buFontTx/>
              <a:buNone/>
              <a:tabLst/>
              <a:defRPr/>
            </a:pPr>
            <a:r>
              <a:rPr kumimoji="0" lang="en-US" sz="1400" b="0" i="0" u="none" strike="noStrike" kern="1200" cap="none" spc="-1" normalizeH="0" baseline="0" noProof="0">
                <a:ln>
                  <a:noFill/>
                </a:ln>
                <a:solidFill>
                  <a:srgbClr val="525252"/>
                </a:solidFill>
                <a:effectLst/>
                <a:uLnTx/>
                <a:uFillTx/>
                <a:latin typeface="IntelOne Text Medium" panose="020B0503020203020204" pitchFamily="34" charset="77"/>
                <a:ea typeface="Intel Clear Light" panose="020B0404020203020204" pitchFamily="34" charset="0"/>
                <a:cs typeface="Intel Clear Light" panose="020B0404020203020204" pitchFamily="34" charset="0"/>
                <a:sym typeface="Arial"/>
              </a:rPr>
              <a:t>Total </a:t>
            </a:r>
            <a:r>
              <a:rPr lang="en-US" sz="1400" spc="-1">
                <a:solidFill>
                  <a:srgbClr val="525252"/>
                </a:solidFill>
                <a:latin typeface="IntelOne Text Medium" panose="020B0503020203020204" pitchFamily="34" charset="77"/>
                <a:ea typeface="Intel Clear Light" panose="020B0404020203020204" pitchFamily="34" charset="0"/>
                <a:cs typeface="Intel Clear Light" panose="020B0404020203020204" pitchFamily="34" charset="0"/>
                <a:sym typeface="Arial"/>
              </a:rPr>
              <a:t>20</a:t>
            </a:r>
            <a:r>
              <a:rPr kumimoji="0" lang="en-US" sz="1400" b="0" i="0" u="none" strike="noStrike" kern="1200" cap="none" spc="-1" normalizeH="0" baseline="0" noProof="0">
                <a:ln>
                  <a:noFill/>
                </a:ln>
                <a:solidFill>
                  <a:srgbClr val="525252"/>
                </a:solidFill>
                <a:effectLst/>
                <a:uLnTx/>
                <a:uFillTx/>
                <a:latin typeface="IntelOne Text Medium" panose="020B0503020203020204" pitchFamily="34" charset="77"/>
                <a:ea typeface="Intel Clear Light" panose="020B0404020203020204" pitchFamily="34" charset="0"/>
                <a:cs typeface="Intel Clear Light" panose="020B0404020203020204" pitchFamily="34" charset="0"/>
                <a:sym typeface="Arial"/>
              </a:rPr>
              <a:t> Modules, 5 Projects – 116 hours of Learning Experiences</a:t>
            </a:r>
          </a:p>
        </p:txBody>
      </p:sp>
    </p:spTree>
    <p:extLst>
      <p:ext uri="{BB962C8B-B14F-4D97-AF65-F5344CB8AC3E}">
        <p14:creationId xmlns:p14="http://schemas.microsoft.com/office/powerpoint/2010/main" val="2792918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21E1A-D0C3-830A-0751-D93FBF99253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3E81DC-2952-0EF8-EED9-FD953B0E303A}"/>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srgbClr val="000000"/>
              </a:solidFill>
              <a:effectLst/>
              <a:uLnTx/>
              <a:uFillTx/>
              <a:latin typeface="IntelOne Display Light" panose="020B0403020203020204" pitchFamily="34" charset="0"/>
              <a:ea typeface="+mn-ea"/>
              <a:cs typeface="+mn-cs"/>
            </a:endParaRPr>
          </a:p>
        </p:txBody>
      </p:sp>
      <p:graphicFrame>
        <p:nvGraphicFramePr>
          <p:cNvPr id="5" name="Google Shape;378;p2">
            <a:extLst>
              <a:ext uri="{FF2B5EF4-FFF2-40B4-BE49-F238E27FC236}">
                <a16:creationId xmlns:a16="http://schemas.microsoft.com/office/drawing/2014/main" id="{47335173-3ADB-596E-774C-97E747109C72}"/>
              </a:ext>
            </a:extLst>
          </p:cNvPr>
          <p:cNvGraphicFramePr/>
          <p:nvPr>
            <p:extLst>
              <p:ext uri="{D42A27DB-BD31-4B8C-83A1-F6EECF244321}">
                <p14:modId xmlns:p14="http://schemas.microsoft.com/office/powerpoint/2010/main" val="1009719274"/>
              </p:ext>
            </p:extLst>
          </p:nvPr>
        </p:nvGraphicFramePr>
        <p:xfrm>
          <a:off x="296446" y="884436"/>
          <a:ext cx="11316433" cy="5231438"/>
        </p:xfrm>
        <a:graphic>
          <a:graphicData uri="http://schemas.openxmlformats.org/drawingml/2006/table">
            <a:tbl>
              <a:tblPr>
                <a:noFill/>
              </a:tblPr>
              <a:tblGrid>
                <a:gridCol w="1002002">
                  <a:extLst>
                    <a:ext uri="{9D8B030D-6E8A-4147-A177-3AD203B41FA5}">
                      <a16:colId xmlns:a16="http://schemas.microsoft.com/office/drawing/2014/main" val="20001"/>
                    </a:ext>
                  </a:extLst>
                </a:gridCol>
                <a:gridCol w="4928616">
                  <a:extLst>
                    <a:ext uri="{9D8B030D-6E8A-4147-A177-3AD203B41FA5}">
                      <a16:colId xmlns:a16="http://schemas.microsoft.com/office/drawing/2014/main" val="2522115143"/>
                    </a:ext>
                  </a:extLst>
                </a:gridCol>
                <a:gridCol w="4624128">
                  <a:extLst>
                    <a:ext uri="{9D8B030D-6E8A-4147-A177-3AD203B41FA5}">
                      <a16:colId xmlns:a16="http://schemas.microsoft.com/office/drawing/2014/main" val="4265725258"/>
                    </a:ext>
                  </a:extLst>
                </a:gridCol>
                <a:gridCol w="761687">
                  <a:extLst>
                    <a:ext uri="{9D8B030D-6E8A-4147-A177-3AD203B41FA5}">
                      <a16:colId xmlns:a16="http://schemas.microsoft.com/office/drawing/2014/main" val="3461400160"/>
                    </a:ext>
                  </a:extLst>
                </a:gridCol>
              </a:tblGrid>
              <a:tr h="23038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Module</a:t>
                      </a:r>
                    </a:p>
                  </a:txBody>
                  <a:tcPr marL="45720" marR="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Description</a:t>
                      </a:r>
                    </a:p>
                  </a:txBody>
                  <a:tcPr marL="45720" marR="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Learning Outcomes</a:t>
                      </a:r>
                    </a:p>
                  </a:txBody>
                  <a:tcPr marL="45720" marR="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Duration (h)</a:t>
                      </a:r>
                    </a:p>
                  </a:txBody>
                  <a:tcPr marL="45720" marR="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1. Demystifying Agentic AI </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Introduces the concept of Agentic AI and how it differs from automation, traditional AI, and Generative AI systems.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Outlines the core characteristics of agentic systems, such as autonomy, adaptability, and contextual decision-making.</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Differentiate between Agentic and non-Agentic AI applications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Uses real-world examples to illustrate common applications in business and society.</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Discusses the human role as supervisor, partner, or orchestrator.</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Define Agentic AI and distinguish it from automation, conventional AI, and Generative AI.</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Identify and explain the key traits of agentic systems.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Recognize typical application areas across industries.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Describe the high-level flow of an agent’s operation in organizational contexts.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Understand the broader shift in human–AI collaboration brought about by the agent paradigm.</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4</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786949370"/>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2. Societal Impact of Agentic AI </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Examines the broader social, economic, and cultural implications of Agentic AI adoption.</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Explores opportunities for innovation, efficiency, and new job roles.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Discusses risks such as workforce disruption, skills gaps, and uneven benefits.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Explores how adoption patterns vary across sectors and geographies.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Considers the roles of governments, businesses, and communities in shaping outcomes.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Analyze how Agentic AI could reshape industries and labor markets.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Identify new roles, competencies, and organizational models linked to agent deployment.</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Explain sector-specific adoption trends and their social consequences.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Evaluate the potential for value chain transformation through agent integration.</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4</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752620993"/>
                  </a:ext>
                </a:extLst>
              </a:tr>
              <a:tr h="921555">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3. Agentic AI Ethics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Introduces ethical challenges unique to autonomous AI systems.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Covers principles of transparency, explainability, fairness, and accountability, in the context of Agentic AI.</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Provides an overview of relevant governance and regulatory frameworks in clear, non-technical terms.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Identify major ethical risks in the use of Agentic AI.</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Explain how responsible AI principles (transparency, explainability, fairness, and accountability) apply to agentic systems.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Describe the function of governance frameworks such as the EU AI Act and NIST AI RMF.</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Discuss practical oversight measures, including human-in-the-loop systems.</a:t>
                      </a:r>
                      <a:r>
                        <a:rPr lang="en-US" sz="1000" b="0" i="0" u="none" strike="noStrike" cap="none">
                          <a:solidFill>
                            <a:schemeClr val="dk1"/>
                          </a:solidFill>
                          <a:latin typeface="IntelOne Text" panose="020B0503020203020204" pitchFamily="34" charset="0"/>
                          <a:ea typeface="Arial"/>
                          <a:cs typeface="Arial"/>
                          <a:sym typeface="Arial"/>
                        </a:rPr>
                        <a:t>. </a:t>
                      </a:r>
                      <a:endParaRPr sz="1000">
                        <a:latin typeface="IntelOne Text" panose="020B0503020203020204" pitchFamily="34" charset="0"/>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4</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170241927"/>
                  </a:ext>
                </a:extLst>
              </a:tr>
              <a:tr h="1177538">
                <a:tc>
                  <a:txBody>
                    <a:bodyPr/>
                    <a:lstStyle/>
                    <a:p>
                      <a:pPr marL="0" marR="0" lvl="0" indent="0" algn="l" defTabSz="914400" rtl="0" eaLnBrk="1" fontAlgn="auto" latinLnBrk="0" hangingPunct="1">
                        <a:lnSpc>
                          <a:spcPct val="100000"/>
                        </a:lnSpc>
                        <a:spcBef>
                          <a:spcPct val="0"/>
                        </a:spcBef>
                        <a:spcAft>
                          <a:spcPct val="0"/>
                        </a:spcAft>
                        <a:buClr>
                          <a:srgbClr val="000000"/>
                        </a:buClr>
                        <a:buSzTx/>
                        <a:buFont typeface="Arial"/>
                        <a:buNone/>
                        <a:tabLst/>
                        <a:defRPr/>
                      </a:pPr>
                      <a:r>
                        <a:rPr lang="en-US" sz="1000" b="0" i="0" u="none" strike="noStrike" cap="none">
                          <a:solidFill>
                            <a:schemeClr val="tx1"/>
                          </a:solidFill>
                          <a:latin typeface="IntelOne Text"/>
                          <a:ea typeface="Arial"/>
                          <a:cs typeface="Arial"/>
                          <a:sym typeface="Arial"/>
                        </a:rPr>
                        <a:t>4. </a:t>
                      </a:r>
                      <a:r>
                        <a:rPr lang="en-US" sz="1000" b="0" i="0" u="none" strike="noStrike" cap="none">
                          <a:solidFill>
                            <a:schemeClr val="tx1"/>
                          </a:solidFill>
                          <a:latin typeface="IntelOne Text"/>
                          <a:ea typeface="+mn-ea"/>
                          <a:cs typeface="+mn-cs"/>
                          <a:sym typeface="Arial"/>
                        </a:rPr>
                        <a:t>Project – </a:t>
                      </a:r>
                      <a:r>
                        <a:rPr lang="en-GB" sz="1000" b="0" i="0" u="none" strike="noStrike" cap="none">
                          <a:solidFill>
                            <a:schemeClr val="tx1"/>
                          </a:solidFill>
                          <a:latin typeface="IntelOne Text"/>
                          <a:ea typeface="+mn-ea"/>
                          <a:cs typeface="+mn-cs"/>
                          <a:sym typeface="Arial"/>
                        </a:rPr>
                        <a:t>Building the Case for a Responsible Agentic AI Solution</a:t>
                      </a:r>
                      <a:endParaRPr lang="en-US" sz="1000" b="0" i="0" u="none" strike="noStrike" cap="none">
                        <a:solidFill>
                          <a:schemeClr val="tx1"/>
                        </a:solidFill>
                        <a:latin typeface="IntelOne Text"/>
                        <a:ea typeface="+mn-ea"/>
                        <a:cs typeface="+mn-cs"/>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Learners work through a realistic scenario to design an end-to-end Agentic AI project proposal</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 Includes identifying the use case, understanding stakeholders, mapping As-Is and To-Be workflows, and selecting a feasible implementation pathway.</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Requires applying Responsible AI, and NIST RMF alignment to the proposed solution.</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Final output is a concise video presentation (5–7 min) summarizing the proposal, visuals, and rationale.</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Identify key adoption barriers such as resistance from staff, lack of skills, and unclear accountability.</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Identify key adoption barriers such as resistance from staff, lack of skills, and unclear accountability.</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Apply basic change management principles — stakeholder mapping, communication plans, and phased rollouts — to increase adoption success.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indent="0" algn="ctr">
                        <a:buFontTx/>
                        <a:buNone/>
                      </a:pPr>
                      <a:r>
                        <a:rPr lang="en-US" sz="1000" b="0" i="0" u="none" strike="noStrike" cap="none">
                          <a:solidFill>
                            <a:schemeClr val="dk1"/>
                          </a:solidFill>
                          <a:latin typeface="IntelOne Text"/>
                          <a:ea typeface="+mn-ea"/>
                          <a:cs typeface="Arial"/>
                          <a:sym typeface="Arial"/>
                        </a:rPr>
                        <a:t>4</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4023796181"/>
                  </a:ext>
                </a:extLst>
              </a:tr>
            </a:tbl>
          </a:graphicData>
        </a:graphic>
      </p:graphicFrame>
      <p:sp>
        <p:nvSpPr>
          <p:cNvPr id="7" name="Title 2">
            <a:extLst>
              <a:ext uri="{FF2B5EF4-FFF2-40B4-BE49-F238E27FC236}">
                <a16:creationId xmlns:a16="http://schemas.microsoft.com/office/drawing/2014/main" id="{BAC7F83E-AB5E-470C-3A4C-46FDB8C78943}"/>
              </a:ext>
            </a:extLst>
          </p:cNvPr>
          <p:cNvSpPr txBox="1">
            <a:spLocks/>
          </p:cNvSpPr>
          <p:nvPr/>
        </p:nvSpPr>
        <p:spPr>
          <a:xfrm>
            <a:off x="296446" y="202587"/>
            <a:ext cx="11007094" cy="622700"/>
          </a:xfrm>
          <a:prstGeom prst="rect">
            <a:avLst/>
          </a:prstGeom>
        </p:spPr>
        <p:txBody>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err="1">
                <a:ln>
                  <a:noFill/>
                </a:ln>
                <a:solidFill>
                  <a:srgbClr val="004A86"/>
                </a:solidFill>
                <a:effectLst/>
                <a:uLnTx/>
                <a:uFillTx/>
                <a:latin typeface="IntelOne Display Light"/>
                <a:ea typeface="Helvetica Neue"/>
                <a:cs typeface="Helvetica Neue"/>
              </a:rPr>
              <a:t>ToC</a:t>
            </a:r>
            <a:r>
              <a:rPr kumimoji="0" lang="en-US" sz="3600" b="1" i="0" u="none" strike="noStrike" kern="1200" cap="none" spc="0" normalizeH="0" baseline="0" noProof="0">
                <a:ln>
                  <a:noFill/>
                </a:ln>
                <a:solidFill>
                  <a:srgbClr val="004A86"/>
                </a:solidFill>
                <a:effectLst/>
                <a:uLnTx/>
                <a:uFillTx/>
                <a:latin typeface="IntelOne Display Light"/>
                <a:ea typeface="Helvetica Neue"/>
                <a:cs typeface="Helvetica Neue"/>
              </a:rPr>
              <a:t> - Introduction to Agentic AI</a:t>
            </a:r>
            <a:endParaRPr kumimoji="0" lang="en-US" sz="2800" b="1" i="0" u="none" strike="noStrike" kern="1200" cap="none" spc="0" normalizeH="0" baseline="0" noProof="0">
              <a:ln>
                <a:noFill/>
              </a:ln>
              <a:solidFill>
                <a:srgbClr val="004A86"/>
              </a:solidFill>
              <a:effectLst/>
              <a:uLnTx/>
              <a:uFillTx/>
              <a:latin typeface="IntelOne Display Light"/>
              <a:ea typeface="Helvetica Neue"/>
              <a:cs typeface="Helvetica Neue"/>
            </a:endParaRPr>
          </a:p>
        </p:txBody>
      </p:sp>
    </p:spTree>
    <p:extLst>
      <p:ext uri="{BB962C8B-B14F-4D97-AF65-F5344CB8AC3E}">
        <p14:creationId xmlns:p14="http://schemas.microsoft.com/office/powerpoint/2010/main" val="1537001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7A3B2-AD18-B0F9-1C4F-672ABA5BD82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225CD5F-B0A2-7EBB-A7D0-1FB822AF8F0C}"/>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000000"/>
              </a:solidFill>
              <a:effectLst/>
              <a:uLnTx/>
              <a:uFillTx/>
              <a:latin typeface="IntelOne Display Light" panose="020B0403020203020204" pitchFamily="34" charset="0"/>
              <a:ea typeface="+mn-ea"/>
              <a:cs typeface="+mn-cs"/>
            </a:endParaRPr>
          </a:p>
        </p:txBody>
      </p:sp>
      <p:graphicFrame>
        <p:nvGraphicFramePr>
          <p:cNvPr id="5" name="Google Shape;378;p2">
            <a:extLst>
              <a:ext uri="{FF2B5EF4-FFF2-40B4-BE49-F238E27FC236}">
                <a16:creationId xmlns:a16="http://schemas.microsoft.com/office/drawing/2014/main" id="{ABC95EB3-92AA-E493-7316-51DB507CAB56}"/>
              </a:ext>
            </a:extLst>
          </p:cNvPr>
          <p:cNvGraphicFramePr/>
          <p:nvPr>
            <p:extLst>
              <p:ext uri="{D42A27DB-BD31-4B8C-83A1-F6EECF244321}">
                <p14:modId xmlns:p14="http://schemas.microsoft.com/office/powerpoint/2010/main" val="3885336107"/>
              </p:ext>
            </p:extLst>
          </p:nvPr>
        </p:nvGraphicFramePr>
        <p:xfrm>
          <a:off x="296446" y="884436"/>
          <a:ext cx="11316433" cy="5616476"/>
        </p:xfrm>
        <a:graphic>
          <a:graphicData uri="http://schemas.openxmlformats.org/drawingml/2006/table">
            <a:tbl>
              <a:tblPr>
                <a:noFill/>
              </a:tblPr>
              <a:tblGrid>
                <a:gridCol w="860311">
                  <a:extLst>
                    <a:ext uri="{9D8B030D-6E8A-4147-A177-3AD203B41FA5}">
                      <a16:colId xmlns:a16="http://schemas.microsoft.com/office/drawing/2014/main" val="20001"/>
                    </a:ext>
                  </a:extLst>
                </a:gridCol>
                <a:gridCol w="5070307">
                  <a:extLst>
                    <a:ext uri="{9D8B030D-6E8A-4147-A177-3AD203B41FA5}">
                      <a16:colId xmlns:a16="http://schemas.microsoft.com/office/drawing/2014/main" val="2522115143"/>
                    </a:ext>
                  </a:extLst>
                </a:gridCol>
                <a:gridCol w="4624128">
                  <a:extLst>
                    <a:ext uri="{9D8B030D-6E8A-4147-A177-3AD203B41FA5}">
                      <a16:colId xmlns:a16="http://schemas.microsoft.com/office/drawing/2014/main" val="4265725258"/>
                    </a:ext>
                  </a:extLst>
                </a:gridCol>
                <a:gridCol w="761687">
                  <a:extLst>
                    <a:ext uri="{9D8B030D-6E8A-4147-A177-3AD203B41FA5}">
                      <a16:colId xmlns:a16="http://schemas.microsoft.com/office/drawing/2014/main" val="3461400160"/>
                    </a:ext>
                  </a:extLst>
                </a:gridCol>
              </a:tblGrid>
              <a:tr h="23038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Module</a:t>
                      </a:r>
                    </a:p>
                  </a:txBody>
                  <a:tcPr marL="45720" marR="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Description</a:t>
                      </a:r>
                    </a:p>
                  </a:txBody>
                  <a:tcPr marL="45720" marR="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Learning Outcomes</a:t>
                      </a:r>
                    </a:p>
                  </a:txBody>
                  <a:tcPr marL="45720" marR="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Duration (h)</a:t>
                      </a:r>
                    </a:p>
                  </a:txBody>
                  <a:tcPr marL="45720" marR="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5. Working with AI Agents (Vertical vs Horizontal Agents)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Explains the difference between vertical agents (domain-specific) and horizontal agents (cross-workflow, multi-domain).</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Matches agent types to different business functions (sales, finance, customer service, project management).</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Introduces success metrics for evaluating agent fit (ROI, cycle time reduction, error rates, satisfaction).</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Distinguish between vertical and horizontal agents and choose the right type for a given use case.</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Map agents to value streams and define clear success metrics for adoption.</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Evaluate organizational readiness for agent adoption using basic criteria (use-case fit, data readiness, change appetite).</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4</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786949370"/>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6. Using Agentic Tools for the Workplace </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Surveys mainstream productivity platforms with agentic features.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Demonstrates integration patterns for email, documents, spreadsheets, meetings, CRM, and other enterprise tools.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Outlines a role-based adoption playbook (executives, managers, frontline staff) and change management steps.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Discusses measurement frameworks for productivity gains (time saved, errors reduced, output quality, adoption rates).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Addresses common pitfalls such as workflow misfit and tool sprawl</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Identify top workplace scenarios where agentic tools deliver the highest productivity return.</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Apply a role-based approach to adoption and training to ensure user readiness.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Build a lightweight tracker for measuring time savings, quality improvements, and adoption levels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6</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752620993"/>
                  </a:ext>
                </a:extLst>
              </a:tr>
              <a:tr h="921555">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7. Agentic AI Prototyping </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Introduces modern AI prototyping to build functional, deployable prototypes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Includes a hands-on walkthrough of prototype development from an idea to a working prototype.</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Emphasizes prompt crafting, iterative refinement, and deploying/sharing prototypes to collect stakeholder feedback.</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Reviews emerging risks emphasizing the importance of mindful design and security awareness.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Be aware of and able to compare AI prototyping tools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Craft effective prompts to iteratively develop prototypes.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Deploy and share live prototypes and enable user feedback for rapid and iterative improvements.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Integrate real-time elements (e.g., API data fetches, databases, etc.) into prototypes.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Recognize prototyping risks and apply basic safeguards when sharing and validating prototypes.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6</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170241927"/>
                  </a:ext>
                </a:extLst>
              </a:tr>
              <a:tr h="1177538">
                <a:tc>
                  <a:txBody>
                    <a:bodyPr/>
                    <a:lstStyle/>
                    <a:p>
                      <a:pPr algn="l"/>
                      <a:r>
                        <a:rPr lang="en-US" sz="1000" b="0" i="0" u="none" strike="noStrike" cap="none">
                          <a:solidFill>
                            <a:schemeClr val="tx1"/>
                          </a:solidFill>
                          <a:latin typeface="IntelOne Text"/>
                          <a:ea typeface="+mn-ea"/>
                          <a:cs typeface="+mn-cs"/>
                          <a:sym typeface="Arial"/>
                        </a:rPr>
                        <a:t>8. Project – </a:t>
                      </a:r>
                      <a:r>
                        <a:rPr lang="en-GB" sz="1000" b="0" i="0" u="none" strike="noStrike" cap="none">
                          <a:solidFill>
                            <a:schemeClr val="tx1"/>
                          </a:solidFill>
                          <a:latin typeface="IntelOne Text"/>
                          <a:ea typeface="+mn-ea"/>
                          <a:cs typeface="+mn-cs"/>
                          <a:sym typeface="Arial"/>
                        </a:rPr>
                        <a:t>Building a Business Solution Foundation</a:t>
                      </a:r>
                      <a:endParaRPr lang="en-CA" sz="1000" b="0" i="0" u="none" strike="noStrike" cap="none">
                        <a:solidFill>
                          <a:schemeClr val="tx1"/>
                        </a:solidFill>
                        <a:latin typeface="IntelOne Text"/>
                        <a:ea typeface="+mn-ea"/>
                        <a:cs typeface="+mn-cs"/>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Learners design a small business unit or service using AI Agents.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Includes defining the value proposition, target customers, and workflows the agents will support.</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Requires a governance and risk plan (aligned with NIST AI RMF / ISO standards) and success metrics.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Involves creating a live demo of a prototype during a pitch.</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Design and present a business concept with a prototype.</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Defend architectural and workflow choices in a review setting.</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Operate the solution responsibly with documented governance and oversight processes.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Communicate commercial viability and scaling plans to stakeholders..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indent="0" algn="ctr">
                        <a:buFontTx/>
                        <a:buNone/>
                      </a:pPr>
                      <a:r>
                        <a:rPr lang="en-US" sz="1000" b="0" i="0" u="none" strike="noStrike" cap="none">
                          <a:solidFill>
                            <a:schemeClr val="dk1"/>
                          </a:solidFill>
                          <a:latin typeface="IntelOne Text"/>
                          <a:ea typeface="+mn-ea"/>
                          <a:cs typeface="Arial"/>
                          <a:sym typeface="Arial"/>
                        </a:rPr>
                        <a:t>6</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4023796181"/>
                  </a:ext>
                </a:extLst>
              </a:tr>
            </a:tbl>
          </a:graphicData>
        </a:graphic>
      </p:graphicFrame>
      <p:sp>
        <p:nvSpPr>
          <p:cNvPr id="7" name="Title 2">
            <a:extLst>
              <a:ext uri="{FF2B5EF4-FFF2-40B4-BE49-F238E27FC236}">
                <a16:creationId xmlns:a16="http://schemas.microsoft.com/office/drawing/2014/main" id="{532E8917-9BC4-613A-B058-672A6A05C432}"/>
              </a:ext>
            </a:extLst>
          </p:cNvPr>
          <p:cNvSpPr txBox="1">
            <a:spLocks/>
          </p:cNvSpPr>
          <p:nvPr/>
        </p:nvSpPr>
        <p:spPr>
          <a:xfrm>
            <a:off x="296446" y="202587"/>
            <a:ext cx="11007094" cy="622700"/>
          </a:xfrm>
          <a:prstGeom prst="rect">
            <a:avLst/>
          </a:prstGeom>
        </p:spPr>
        <p:txBody>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err="1">
                <a:ln>
                  <a:noFill/>
                </a:ln>
                <a:solidFill>
                  <a:srgbClr val="004A86"/>
                </a:solidFill>
                <a:effectLst/>
                <a:uLnTx/>
                <a:uFillTx/>
                <a:latin typeface="IntelOne Display Light"/>
                <a:ea typeface="Helvetica Neue"/>
                <a:cs typeface="Helvetica Neue"/>
              </a:rPr>
              <a:t>ToC</a:t>
            </a:r>
            <a:r>
              <a:rPr kumimoji="0" lang="en-US" sz="3600" b="1" i="0" u="none" strike="noStrike" kern="1200" cap="none" spc="0" normalizeH="0" baseline="0" noProof="0">
                <a:ln>
                  <a:noFill/>
                </a:ln>
                <a:solidFill>
                  <a:srgbClr val="004A86"/>
                </a:solidFill>
                <a:effectLst/>
                <a:uLnTx/>
                <a:uFillTx/>
                <a:latin typeface="IntelOne Display Light"/>
                <a:ea typeface="Helvetica Neue"/>
                <a:cs typeface="Helvetica Neue"/>
              </a:rPr>
              <a:t> - Introduction to Agentic AI</a:t>
            </a:r>
            <a:endParaRPr kumimoji="0" lang="en-US" sz="2800" b="1" i="0" u="none" strike="noStrike" kern="1200" cap="none" spc="0" normalizeH="0" baseline="0" noProof="0">
              <a:ln>
                <a:noFill/>
              </a:ln>
              <a:solidFill>
                <a:srgbClr val="004A86"/>
              </a:solidFill>
              <a:effectLst/>
              <a:uLnTx/>
              <a:uFillTx/>
              <a:latin typeface="IntelOne Display Light"/>
              <a:ea typeface="Helvetica Neue"/>
              <a:cs typeface="Helvetica Neue"/>
            </a:endParaRPr>
          </a:p>
        </p:txBody>
      </p:sp>
    </p:spTree>
    <p:extLst>
      <p:ext uri="{BB962C8B-B14F-4D97-AF65-F5344CB8AC3E}">
        <p14:creationId xmlns:p14="http://schemas.microsoft.com/office/powerpoint/2010/main" val="15529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6D9DA-37A4-CF87-56CA-E5BC4334C55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7B54EB2-4DA9-9106-F8E7-817CA3AC5E66}"/>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000000"/>
              </a:solidFill>
              <a:effectLst/>
              <a:uLnTx/>
              <a:uFillTx/>
              <a:latin typeface="IntelOne Display Light" panose="020B0403020203020204" pitchFamily="34" charset="0"/>
              <a:ea typeface="+mn-ea"/>
              <a:cs typeface="+mn-cs"/>
            </a:endParaRPr>
          </a:p>
        </p:txBody>
      </p:sp>
      <p:graphicFrame>
        <p:nvGraphicFramePr>
          <p:cNvPr id="5" name="Google Shape;378;p2">
            <a:extLst>
              <a:ext uri="{FF2B5EF4-FFF2-40B4-BE49-F238E27FC236}">
                <a16:creationId xmlns:a16="http://schemas.microsoft.com/office/drawing/2014/main" id="{85F0F3FF-5EC1-5A2A-EDC2-CCDBAE7A5EC6}"/>
              </a:ext>
            </a:extLst>
          </p:cNvPr>
          <p:cNvGraphicFramePr/>
          <p:nvPr>
            <p:extLst>
              <p:ext uri="{D42A27DB-BD31-4B8C-83A1-F6EECF244321}">
                <p14:modId xmlns:p14="http://schemas.microsoft.com/office/powerpoint/2010/main" val="1578962748"/>
              </p:ext>
            </p:extLst>
          </p:nvPr>
        </p:nvGraphicFramePr>
        <p:xfrm>
          <a:off x="296446" y="884436"/>
          <a:ext cx="11316429" cy="5921276"/>
        </p:xfrm>
        <a:graphic>
          <a:graphicData uri="http://schemas.openxmlformats.org/drawingml/2006/table">
            <a:tbl>
              <a:tblPr>
                <a:noFill/>
              </a:tblPr>
              <a:tblGrid>
                <a:gridCol w="860311">
                  <a:extLst>
                    <a:ext uri="{9D8B030D-6E8A-4147-A177-3AD203B41FA5}">
                      <a16:colId xmlns:a16="http://schemas.microsoft.com/office/drawing/2014/main" val="20001"/>
                    </a:ext>
                  </a:extLst>
                </a:gridCol>
                <a:gridCol w="5535385">
                  <a:extLst>
                    <a:ext uri="{9D8B030D-6E8A-4147-A177-3AD203B41FA5}">
                      <a16:colId xmlns:a16="http://schemas.microsoft.com/office/drawing/2014/main" val="2522115143"/>
                    </a:ext>
                  </a:extLst>
                </a:gridCol>
                <a:gridCol w="4159048">
                  <a:extLst>
                    <a:ext uri="{9D8B030D-6E8A-4147-A177-3AD203B41FA5}">
                      <a16:colId xmlns:a16="http://schemas.microsoft.com/office/drawing/2014/main" val="4265725258"/>
                    </a:ext>
                  </a:extLst>
                </a:gridCol>
                <a:gridCol w="761685">
                  <a:extLst>
                    <a:ext uri="{9D8B030D-6E8A-4147-A177-3AD203B41FA5}">
                      <a16:colId xmlns:a16="http://schemas.microsoft.com/office/drawing/2014/main" val="3461400160"/>
                    </a:ext>
                  </a:extLst>
                </a:gridCol>
              </a:tblGrid>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Module</a:t>
                      </a:r>
                    </a:p>
                  </a:txBody>
                  <a:tcPr marL="45720" marR="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Description</a:t>
                      </a:r>
                    </a:p>
                  </a:txBody>
                  <a:tcPr marL="45720" marR="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Learning Outcomes</a:t>
                      </a:r>
                    </a:p>
                  </a:txBody>
                  <a:tcPr marL="45720" marR="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Duration (h)</a:t>
                      </a:r>
                    </a:p>
                  </a:txBody>
                  <a:tcPr marL="45720" marR="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9. Building Basic Agents (GPTs, Gems, Copilot Agents) </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Introduces no-code/low-code agents and compares OpenAI GPTs, Google Gemini Gems, and Microsoft Copilot Studio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Hands-on: configure basic agents in each platform with safe document/context handling and at least one external action.</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Covers baseline governance: purpose definition, risk mapping, role assignment, and records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Distinguish capabilities and constraints of GPTs, Gems, and Copilot agents.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Configure a basic agent that uses context (documents, structured data) to complete a task.</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Apply baseline governance controls including human oversight, permissions, and logging.</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12</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786949370"/>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10. Building Agents with Workflow Automation &amp; Orchestration Tools – I </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a:ea typeface="Arial"/>
                          <a:cs typeface="Arial"/>
                          <a:sym typeface="Arial"/>
                        </a:rPr>
                        <a:t>Introduces automation‑first business agents (AI-powered “mini agents” embedded inside workflows) such as Relay.app and Lindy.ai</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Discusses how best to use and build reliable automation-first business agents  with an emphasis on reliability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Introduces a pattern library focusing on real-world use cases: sales enrichment, support triage, meeting-to-task pipelines, document routing, lead gen automation via embedded agents.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Design an automation-first agent that integrates multiple SaaS tools to deliver a measurable business outcome.</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Implement guardrails for sensitive actions (confirmation prompts, approval steps).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Configure triggers and actions for common business processes using no-code connectors.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Align automation workflows with organizational risk and compliance requirements.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Measure impact with clear KPIs such as SLA improvement, cost/time savings, and error rate reduction.</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6</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752620993"/>
                  </a:ext>
                </a:extLst>
              </a:tr>
              <a:tr h="921555">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11. Building Agents with Workflow Automation &amp; Orchestration Tools – II </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Orchestrates multi-step agents with n8n, Make, or Zapier.</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Demonstrates integrating LLM agents into broader workflows that include both API calls and deterministic logic.</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Reviews when to keep actions inside the agent vs. externalize into a workflow for maintainability and scale.</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a:ea typeface="Arial"/>
                          <a:cs typeface="Arial"/>
                          <a:sym typeface="Arial"/>
                        </a:rPr>
                        <a:t>Introduces protocols such as MCP for no-code</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Includes failure drills: simulate tool errors, network issues, and permission denials, then apply recovery steps.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Build a resilient, observable workflow combining LLM reasoning with deterministic automation steps.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a:ea typeface="Arial"/>
                          <a:cs typeface="Arial"/>
                          <a:sym typeface="Arial"/>
                        </a:rPr>
                        <a:t>Use universal connectors/HTTP nodes to call bespoke APIs from no-code orchestrators.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a:solidFill>
                            <a:schemeClr val="dk1"/>
                          </a:solidFill>
                          <a:latin typeface="IntelOne Text" panose="020B0503020203020204" pitchFamily="34" charset="0"/>
                          <a:ea typeface="Arial"/>
                          <a:cs typeface="Arial"/>
                          <a:sym typeface="Arial"/>
                        </a:rPr>
                        <a:t>Simulate and resolve workflow errors using retries, fallbacks, and logging.</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6</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170241927"/>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12. Project – </a:t>
                      </a:r>
                      <a:r>
                        <a:rPr lang="en-US" sz="1000" b="0" i="0" u="none" strike="noStrike" cap="none">
                          <a:solidFill>
                            <a:schemeClr val="tx1"/>
                          </a:solidFill>
                          <a:latin typeface="IntelOne Text"/>
                          <a:ea typeface="+mn-ea"/>
                          <a:cs typeface="+mn-cs"/>
                          <a:sym typeface="Arial"/>
                        </a:rPr>
                        <a:t>Build a No-Code Multi-Agent System</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Learners design and deploy a no-code agent that solves a real organizational challenge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Deliverables: requirements brief, workflow diagram, governance artefacts (risk register, data map, roles), and demo.</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Requires stakeholder-ready presentation of business value using before/after metrics and cost-benefit framing.</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Deliver an end-to-end no-code agent that reads, reasons, and acts across at least two systems with documented guardrails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indent="0" algn="ctr">
                        <a:buFontTx/>
                        <a:buNone/>
                      </a:pPr>
                      <a:r>
                        <a:rPr lang="en-US" sz="1000" b="0" i="0" u="none" strike="noStrike" cap="none">
                          <a:solidFill>
                            <a:schemeClr val="dk1"/>
                          </a:solidFill>
                          <a:latin typeface="IntelOne Text"/>
                          <a:ea typeface="+mn-ea"/>
                          <a:cs typeface="Arial"/>
                          <a:sym typeface="Arial"/>
                        </a:rPr>
                        <a:t>8</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4023796181"/>
                  </a:ext>
                </a:extLst>
              </a:tr>
            </a:tbl>
          </a:graphicData>
        </a:graphic>
      </p:graphicFrame>
      <p:sp>
        <p:nvSpPr>
          <p:cNvPr id="7" name="Title 2">
            <a:extLst>
              <a:ext uri="{FF2B5EF4-FFF2-40B4-BE49-F238E27FC236}">
                <a16:creationId xmlns:a16="http://schemas.microsoft.com/office/drawing/2014/main" id="{30B343B4-0F90-52BA-9418-6700B6109A78}"/>
              </a:ext>
            </a:extLst>
          </p:cNvPr>
          <p:cNvSpPr txBox="1">
            <a:spLocks/>
          </p:cNvSpPr>
          <p:nvPr/>
        </p:nvSpPr>
        <p:spPr>
          <a:xfrm>
            <a:off x="296446" y="202587"/>
            <a:ext cx="11007094" cy="622700"/>
          </a:xfrm>
          <a:prstGeom prst="rect">
            <a:avLst/>
          </a:prstGeom>
        </p:spPr>
        <p:txBody>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err="1">
                <a:ln>
                  <a:noFill/>
                </a:ln>
                <a:solidFill>
                  <a:srgbClr val="004A86"/>
                </a:solidFill>
                <a:effectLst/>
                <a:uLnTx/>
                <a:uFillTx/>
                <a:latin typeface="IntelOne Display Light"/>
                <a:ea typeface="Helvetica Neue"/>
                <a:cs typeface="Helvetica Neue"/>
              </a:rPr>
              <a:t>ToC</a:t>
            </a:r>
            <a:r>
              <a:rPr kumimoji="0" lang="en-US" sz="3600" b="1" i="0" u="none" strike="noStrike" kern="1200" cap="none" spc="0" normalizeH="0" baseline="0" noProof="0">
                <a:ln>
                  <a:noFill/>
                </a:ln>
                <a:solidFill>
                  <a:srgbClr val="004A86"/>
                </a:solidFill>
                <a:effectLst/>
                <a:uLnTx/>
                <a:uFillTx/>
                <a:latin typeface="IntelOne Display Light"/>
                <a:ea typeface="Helvetica Neue"/>
                <a:cs typeface="Helvetica Neue"/>
              </a:rPr>
              <a:t> - Introduction to Agentic AI</a:t>
            </a:r>
            <a:endParaRPr kumimoji="0" lang="en-US" sz="2800" b="1" i="0" u="none" strike="noStrike" kern="1200" cap="none" spc="0" normalizeH="0" baseline="0" noProof="0">
              <a:ln>
                <a:noFill/>
              </a:ln>
              <a:solidFill>
                <a:srgbClr val="004A86"/>
              </a:solidFill>
              <a:effectLst/>
              <a:uLnTx/>
              <a:uFillTx/>
              <a:latin typeface="IntelOne Display Light"/>
              <a:ea typeface="Helvetica Neue"/>
              <a:cs typeface="Helvetica Neue"/>
            </a:endParaRPr>
          </a:p>
        </p:txBody>
      </p:sp>
    </p:spTree>
    <p:extLst>
      <p:ext uri="{BB962C8B-B14F-4D97-AF65-F5344CB8AC3E}">
        <p14:creationId xmlns:p14="http://schemas.microsoft.com/office/powerpoint/2010/main" val="4114328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34C48-B916-120F-E5A5-0F88E25FE98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C579C1-1609-52E2-0CF1-107D17C96D10}"/>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000000"/>
              </a:solidFill>
              <a:effectLst/>
              <a:uLnTx/>
              <a:uFillTx/>
              <a:latin typeface="IntelOne Display Light" panose="020B0403020203020204" pitchFamily="34" charset="0"/>
              <a:ea typeface="+mn-ea"/>
              <a:cs typeface="+mn-cs"/>
            </a:endParaRPr>
          </a:p>
        </p:txBody>
      </p:sp>
      <p:graphicFrame>
        <p:nvGraphicFramePr>
          <p:cNvPr id="5" name="Google Shape;378;p2">
            <a:extLst>
              <a:ext uri="{FF2B5EF4-FFF2-40B4-BE49-F238E27FC236}">
                <a16:creationId xmlns:a16="http://schemas.microsoft.com/office/drawing/2014/main" id="{5FABFFBB-3542-F1D4-FDDA-B4FAC6753DFD}"/>
              </a:ext>
            </a:extLst>
          </p:cNvPr>
          <p:cNvGraphicFramePr/>
          <p:nvPr/>
        </p:nvGraphicFramePr>
        <p:xfrm>
          <a:off x="296446" y="884436"/>
          <a:ext cx="11316433" cy="5688638"/>
        </p:xfrm>
        <a:graphic>
          <a:graphicData uri="http://schemas.openxmlformats.org/drawingml/2006/table">
            <a:tbl>
              <a:tblPr>
                <a:noFill/>
              </a:tblPr>
              <a:tblGrid>
                <a:gridCol w="860311">
                  <a:extLst>
                    <a:ext uri="{9D8B030D-6E8A-4147-A177-3AD203B41FA5}">
                      <a16:colId xmlns:a16="http://schemas.microsoft.com/office/drawing/2014/main" val="20001"/>
                    </a:ext>
                  </a:extLst>
                </a:gridCol>
                <a:gridCol w="5070307">
                  <a:extLst>
                    <a:ext uri="{9D8B030D-6E8A-4147-A177-3AD203B41FA5}">
                      <a16:colId xmlns:a16="http://schemas.microsoft.com/office/drawing/2014/main" val="2522115143"/>
                    </a:ext>
                  </a:extLst>
                </a:gridCol>
                <a:gridCol w="4624128">
                  <a:extLst>
                    <a:ext uri="{9D8B030D-6E8A-4147-A177-3AD203B41FA5}">
                      <a16:colId xmlns:a16="http://schemas.microsoft.com/office/drawing/2014/main" val="4265725258"/>
                    </a:ext>
                  </a:extLst>
                </a:gridCol>
                <a:gridCol w="761687">
                  <a:extLst>
                    <a:ext uri="{9D8B030D-6E8A-4147-A177-3AD203B41FA5}">
                      <a16:colId xmlns:a16="http://schemas.microsoft.com/office/drawing/2014/main" val="3461400160"/>
                    </a:ext>
                  </a:extLst>
                </a:gridCol>
              </a:tblGrid>
              <a:tr h="23038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Module</a:t>
                      </a:r>
                    </a:p>
                  </a:txBody>
                  <a:tcPr marL="45720" marR="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Description</a:t>
                      </a:r>
                    </a:p>
                  </a:txBody>
                  <a:tcPr marL="45720" marR="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Learning Outcomes</a:t>
                      </a:r>
                    </a:p>
                  </a:txBody>
                  <a:tcPr marL="45720" marR="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Duration (h)</a:t>
                      </a:r>
                    </a:p>
                  </a:txBody>
                  <a:tcPr marL="45720" marR="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13. </a:t>
                      </a:r>
                      <a:r>
                        <a:rPr lang="en-US" sz="1000" b="0" i="0" u="none" strike="noStrike" kern="1200" cap="none">
                          <a:solidFill>
                            <a:schemeClr val="tx1"/>
                          </a:solidFill>
                          <a:latin typeface="IntelOne Text"/>
                          <a:ea typeface="+mn-ea"/>
                          <a:cs typeface="+mn-cs"/>
                          <a:sym typeface="Arial"/>
                        </a:rPr>
                        <a:t>Agentic Building Blocks with </a:t>
                      </a:r>
                      <a:r>
                        <a:rPr lang="en-US" sz="1000" b="0" i="0" u="none" strike="noStrike" kern="1200" cap="none" err="1">
                          <a:solidFill>
                            <a:schemeClr val="tx1"/>
                          </a:solidFill>
                          <a:latin typeface="IntelOne Text"/>
                          <a:ea typeface="+mn-ea"/>
                          <a:cs typeface="+mn-cs"/>
                          <a:sym typeface="Arial"/>
                        </a:rPr>
                        <a:t>LangChain</a:t>
                      </a:r>
                      <a:endParaRPr lang="en-US" sz="1000" b="0" i="0" u="none" strike="noStrike" kern="1200" cap="none">
                        <a:solidFill>
                          <a:schemeClr val="tx1"/>
                        </a:solidFill>
                        <a:latin typeface="IntelOne Text"/>
                        <a:ea typeface="+mn-ea"/>
                        <a:cs typeface="+mn-cs"/>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Introduce core agent patterns (e.g., </a:t>
                      </a:r>
                      <a:r>
                        <a:rPr lang="en-US" sz="1000" b="0" i="0" u="none" strike="noStrike" cap="none" err="1">
                          <a:solidFill>
                            <a:schemeClr val="dk1"/>
                          </a:solidFill>
                          <a:latin typeface="IntelOne Text" panose="020B0503020203020204" pitchFamily="34" charset="0"/>
                          <a:ea typeface="Arial"/>
                          <a:cs typeface="Arial"/>
                          <a:sym typeface="Arial"/>
                        </a:rPr>
                        <a:t>ReAct</a:t>
                      </a:r>
                      <a:r>
                        <a:rPr lang="en-US" sz="1000" b="0" i="0" u="none" strike="noStrike" cap="none">
                          <a:solidFill>
                            <a:schemeClr val="dk1"/>
                          </a:solidFill>
                          <a:latin typeface="IntelOne Text" panose="020B0503020203020204" pitchFamily="34" charset="0"/>
                          <a:ea typeface="Arial"/>
                          <a:cs typeface="Arial"/>
                          <a:sym typeface="Arial"/>
                        </a:rPr>
                        <a:t>, planner–executor, multi-agent collaboration) and their practical use cases.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Understand HTTP/API requests and JSON objects as foundational technologies for agent communication and tooling.</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Breaks down the agentic loop, showing how agents reason, act, observe results, and continue.</a:t>
                      </a:r>
                      <a:endParaRPr lang="en-US" sz="1000" b="0" i="0" u="none" strike="noStrike" cap="none">
                        <a:solidFill>
                          <a:schemeClr val="dk1"/>
                        </a:solidFill>
                        <a:latin typeface="IntelOne Text" panose="020B0503020203020204" pitchFamily="34" charset="0"/>
                        <a:ea typeface="Arial"/>
                        <a:cs typeface="Arial"/>
                        <a:sym typeface="Arial"/>
                      </a:endParaRP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Introduces the AI agent stack step by step (infrastructure, model reasoning, memory, RAG, tools, MCP, orchestration, and application layers.</a:t>
                      </a:r>
                      <a:endParaRPr lang="en-US" sz="1000" b="0" i="0" u="none" strike="noStrike" cap="none">
                        <a:solidFill>
                          <a:schemeClr val="dk1"/>
                        </a:solidFill>
                        <a:latin typeface="IntelOne Text" panose="020B0503020203020204" pitchFamily="34" charset="0"/>
                        <a:ea typeface="Arial"/>
                        <a:cs typeface="Arial"/>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dirty="0"/>
                        <a:t>Explain how AI agents use APIs, HTTP requests, and JSON to communicate with model providers and connected systems for tooling.</a:t>
                      </a:r>
                      <a:endParaRPr lang="en-US" sz="1000" u="none" strike="noStrike" cap="none" dirty="0">
                        <a:solidFill>
                          <a:schemeClr val="dk1"/>
                        </a:solidFill>
                        <a:latin typeface="IntelOne Text" panose="020B0503020203020204" pitchFamily="34" charset="0"/>
                        <a:ea typeface="Arial"/>
                        <a:cs typeface="Arial"/>
                        <a:sym typeface="Arial"/>
                      </a:endParaRP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Define the agentic loop and explain the agentic loop.</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dirty="0"/>
                        <a:t>Implement and inspect the agent stack </a:t>
                      </a:r>
                      <a:r>
                        <a:rPr lang="fr-FR" sz="1000" dirty="0" err="1"/>
                        <a:t>layers</a:t>
                      </a:r>
                      <a:r>
                        <a:rPr lang="fr-FR" sz="1000" dirty="0"/>
                        <a:t> </a:t>
                      </a:r>
                      <a:r>
                        <a:rPr lang="fr-FR" sz="1000" dirty="0" err="1"/>
                        <a:t>both</a:t>
                      </a:r>
                      <a:r>
                        <a:rPr lang="fr-FR" sz="1000" dirty="0"/>
                        <a:t> </a:t>
                      </a:r>
                      <a:r>
                        <a:rPr lang="fr-FR" sz="1000" dirty="0" err="1"/>
                        <a:t>with</a:t>
                      </a:r>
                      <a:r>
                        <a:rPr lang="fr-FR" sz="1000" dirty="0"/>
                        <a:t> and </a:t>
                      </a:r>
                      <a:r>
                        <a:rPr lang="fr-FR" sz="1000" dirty="0" err="1"/>
                        <a:t>without</a:t>
                      </a:r>
                      <a:r>
                        <a:rPr lang="fr-FR" sz="1000" dirty="0"/>
                        <a:t> </a:t>
                      </a:r>
                      <a:r>
                        <a:rPr lang="fr-FR" sz="1000" dirty="0" err="1"/>
                        <a:t>agentic</a:t>
                      </a:r>
                      <a:r>
                        <a:rPr lang="fr-FR" sz="1000" dirty="0"/>
                        <a:t> </a:t>
                      </a:r>
                      <a:r>
                        <a:rPr lang="fr-FR" sz="1000" dirty="0" err="1"/>
                        <a:t>frameworks</a:t>
                      </a:r>
                      <a:r>
                        <a:rPr lang="fr-FR" sz="1000" dirty="0"/>
                        <a:t>, </a:t>
                      </a:r>
                      <a:r>
                        <a:rPr lang="fr-FR" sz="1000" dirty="0" err="1"/>
                        <a:t>such</a:t>
                      </a:r>
                      <a:r>
                        <a:rPr lang="fr-FR" sz="1000" dirty="0"/>
                        <a:t> as </a:t>
                      </a:r>
                      <a:r>
                        <a:rPr lang="fr-FR" sz="1000" dirty="0" err="1"/>
                        <a:t>LangChain</a:t>
                      </a:r>
                      <a:r>
                        <a:rPr lang="fr-FR" sz="1000" dirty="0"/>
                        <a:t>.</a:t>
                      </a:r>
                      <a:endParaRPr lang="en-US" sz="1000" u="none" strike="noStrike" cap="none" dirty="0">
                        <a:solidFill>
                          <a:schemeClr val="dk1"/>
                        </a:solidFill>
                        <a:latin typeface="IntelOne Text" panose="020B0503020203020204" pitchFamily="34" charset="0"/>
                        <a:ea typeface="Arial"/>
                        <a:cs typeface="Arial"/>
                        <a:sym typeface="Arial"/>
                      </a:endParaRP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Implement and validate tool/function schemas robust to malformed inputs.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6</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786949370"/>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14. Long-Running Agents with </a:t>
                      </a:r>
                      <a:r>
                        <a:rPr lang="en-US" sz="1000" b="0" i="0" u="none" strike="noStrike" cap="none" err="1">
                          <a:solidFill>
                            <a:schemeClr val="dk1"/>
                          </a:solidFill>
                          <a:latin typeface="IntelOne Text" panose="020B0503020203020204" pitchFamily="34" charset="0"/>
                          <a:ea typeface="Play"/>
                          <a:cs typeface="Play"/>
                          <a:sym typeface="Play"/>
                        </a:rPr>
                        <a:t>LangGraph</a:t>
                      </a:r>
                      <a:r>
                        <a:rPr lang="en-US" sz="1000" b="0" i="0" u="none" strike="noStrike" cap="none">
                          <a:solidFill>
                            <a:schemeClr val="dk1"/>
                          </a:solidFill>
                          <a:latin typeface="IntelOne Text" panose="020B0503020203020204" pitchFamily="34" charset="0"/>
                          <a:ea typeface="Play"/>
                          <a:cs typeface="Play"/>
                          <a:sym typeface="Play"/>
                        </a:rPr>
                        <a:t> </a:t>
                      </a:r>
                    </a:p>
                    <a:p>
                      <a:pPr marL="0" marR="0" lvl="0" indent="0" algn="ctr" rtl="0">
                        <a:lnSpc>
                          <a:spcPct val="100000"/>
                        </a:lnSpc>
                        <a:spcBef>
                          <a:spcPts val="0"/>
                        </a:spcBef>
                        <a:spcAft>
                          <a:spcPts val="0"/>
                        </a:spcAft>
                        <a:buClr>
                          <a:schemeClr val="tx1">
                            <a:lumMod val="50000"/>
                          </a:schemeClr>
                        </a:buClr>
                        <a:buSzPct val="100000"/>
                        <a:buFont typeface="Wingdings" panose="05000000000000000000" pitchFamily="2" charset="2"/>
                        <a:buNone/>
                      </a:pPr>
                      <a:endParaRPr lang="en-US" sz="1000" b="0" i="0" u="none" strike="noStrike" cap="none">
                        <a:solidFill>
                          <a:schemeClr val="dk1"/>
                        </a:solidFill>
                        <a:latin typeface="IntelOne Text" panose="020B0503020203020204" pitchFamily="34" charset="0"/>
                        <a:ea typeface="Play"/>
                        <a:cs typeface="Play"/>
                        <a:sym typeface="Play"/>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Introduces ambient agents and compares them to </a:t>
                      </a:r>
                      <a:r>
                        <a:rPr lang="en-GB" sz="1000" err="1"/>
                        <a:t>ReAct</a:t>
                      </a:r>
                      <a:r>
                        <a:rPr lang="en-GB" sz="1000"/>
                        <a:t> agents to understand agent relevant use cases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Shows why </a:t>
                      </a:r>
                      <a:r>
                        <a:rPr lang="en-GB" sz="1000" err="1"/>
                        <a:t>ReAct</a:t>
                      </a:r>
                      <a:r>
                        <a:rPr lang="en-GB" sz="1000"/>
                        <a:t> agents are useful, but limited for persistent workflows.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Explains when to use agent development frameworks such as </a:t>
                      </a:r>
                      <a:r>
                        <a:rPr lang="en-GB" sz="1000" err="1"/>
                        <a:t>LangChain</a:t>
                      </a:r>
                      <a:r>
                        <a:rPr lang="en-GB" sz="1000"/>
                        <a:t> vs agent orchestration frameworks such as </a:t>
                      </a:r>
                      <a:r>
                        <a:rPr lang="en-GB" sz="1000" err="1"/>
                        <a:t>LangGraph</a:t>
                      </a:r>
                      <a:endParaRPr lang="en-GB" sz="1000"/>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Builds an ambient agent using state, tools, persistence, threads, and autonomous loops.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Introduces </a:t>
                      </a:r>
                      <a:r>
                        <a:rPr lang="en-GB" sz="1000" err="1"/>
                        <a:t>LangSmith</a:t>
                      </a:r>
                      <a:r>
                        <a:rPr lang="en-GB" sz="1000"/>
                        <a:t> for tracing, debugging, and governing agent behaviour.</a:t>
                      </a:r>
                      <a:endParaRPr lang="en-US" sz="1000" b="0" i="0" u="none" strike="noStrike" cap="none">
                        <a:solidFill>
                          <a:schemeClr val="dk1"/>
                        </a:solidFill>
                        <a:latin typeface="IntelOne Text" panose="020B0503020203020204" pitchFamily="34" charset="0"/>
                        <a:ea typeface="Arial"/>
                        <a:cs typeface="Arial"/>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Compare chat-driven agents with ambient agents and articulate appropriate use cases for each.</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Explain how </a:t>
                      </a:r>
                      <a:r>
                        <a:rPr lang="en-GB" sz="1000" err="1"/>
                        <a:t>LangGraph</a:t>
                      </a:r>
                      <a:r>
                        <a:rPr lang="en-GB" sz="1000"/>
                        <a:t> supports long-running, stateful workflows while </a:t>
                      </a:r>
                      <a:r>
                        <a:rPr lang="en-GB" sz="1000" err="1"/>
                        <a:t>LangChain</a:t>
                      </a:r>
                      <a:r>
                        <a:rPr lang="en-GB" sz="1000"/>
                        <a:t> is used for agent development</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Build an ambient agent using core </a:t>
                      </a:r>
                      <a:r>
                        <a:rPr lang="en-GB" sz="1000" err="1"/>
                        <a:t>LangGraph</a:t>
                      </a:r>
                      <a:r>
                        <a:rPr lang="en-GB" sz="1000"/>
                        <a:t> components.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Apply stop conditions, approval gates, and recovery rules to agent workflows.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Use </a:t>
                      </a:r>
                      <a:r>
                        <a:rPr lang="en-GB" sz="1000" err="1"/>
                        <a:t>LangSmith</a:t>
                      </a:r>
                      <a:r>
                        <a:rPr lang="en-GB" sz="1000"/>
                        <a:t> to observe, debug, and govern agent execution.</a:t>
                      </a:r>
                      <a:endParaRPr lang="en-US" sz="1000" u="none" strike="noStrike" cap="none">
                        <a:solidFill>
                          <a:schemeClr val="dk1"/>
                        </a:solidFill>
                        <a:latin typeface="IntelOne Text" panose="020B0503020203020204" pitchFamily="34" charset="0"/>
                        <a:ea typeface="Arial"/>
                        <a:cs typeface="Arial"/>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6</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752620993"/>
                  </a:ext>
                </a:extLst>
              </a:tr>
              <a:tr h="921555">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15. Governance for Autonomous Agents with </a:t>
                      </a:r>
                      <a:r>
                        <a:rPr lang="en-US" sz="1000" b="0" i="0" u="none" strike="noStrike" cap="none" err="1">
                          <a:solidFill>
                            <a:schemeClr val="dk1"/>
                          </a:solidFill>
                          <a:latin typeface="IntelOne Text" panose="020B0503020203020204" pitchFamily="34" charset="0"/>
                          <a:ea typeface="Play"/>
                          <a:cs typeface="Play"/>
                          <a:sym typeface="Play"/>
                        </a:rPr>
                        <a:t>LangSmith</a:t>
                      </a:r>
                      <a:endParaRPr sz="1000" b="0" i="0" u="none" strike="noStrike" cap="none">
                        <a:solidFill>
                          <a:schemeClr val="dk1"/>
                        </a:solidFill>
                        <a:latin typeface="IntelOne Text" panose="020B0503020203020204" pitchFamily="34" charset="0"/>
                        <a:ea typeface="Arial"/>
                        <a:cs typeface="Arial"/>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Introduces governance for autonomous agents through safety, compliance, accountability, and auditability.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Maps agent risks like prompt injection, data leaks, unsafe actions, and runaway loops to practical controls.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Turns risk controls into sandboxed execution designs using tool limits, approval gates, checks, and fallbacks.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Uses </a:t>
                      </a:r>
                      <a:r>
                        <a:rPr lang="en-GB" sz="1000" err="1"/>
                        <a:t>LangSmith</a:t>
                      </a:r>
                      <a:r>
                        <a:rPr lang="en-GB" sz="1000"/>
                        <a:t> to trace agent behaviour and collect evidence for audits and improvement.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Builds evaluation and monitoring plans to test, refine, and govern agents over time.</a:t>
                      </a:r>
                      <a:endParaRPr lang="en-US" sz="1000" b="0" i="0" u="none" strike="noStrike" cap="none">
                        <a:solidFill>
                          <a:schemeClr val="dk1"/>
                        </a:solidFill>
                        <a:latin typeface="IntelOne Text" panose="020B0503020203020204" pitchFamily="34" charset="0"/>
                        <a:ea typeface="Arial"/>
                        <a:cs typeface="Arial"/>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Explain core governance principles for autonomous agents.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Identify key agent risks and match them to prevention, detection, and recovery controls.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Design sandboxed agent workflows with tool permissions, validation checks, and human review.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Use </a:t>
                      </a:r>
                      <a:r>
                        <a:rPr lang="en-GB" sz="1000" err="1"/>
                        <a:t>LangSmith</a:t>
                      </a:r>
                      <a:r>
                        <a:rPr lang="en-GB" sz="1000"/>
                        <a:t> traces and metadata to support monitoring, audits, and incident review. </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a:t>Create evaluation plans that improve guardrails, escalation, and policy compliance.</a:t>
                      </a:r>
                      <a:endParaRPr lang="en-US" sz="1000" u="none" strike="noStrike" cap="none">
                        <a:solidFill>
                          <a:schemeClr val="dk1"/>
                        </a:solidFill>
                        <a:latin typeface="IntelOne Text" panose="020B0503020203020204" pitchFamily="34" charset="0"/>
                        <a:ea typeface="Arial"/>
                        <a:cs typeface="Arial"/>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6</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170241927"/>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16. Project – Build an Agent through Code Based Approach</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indent="-171450">
                        <a:buFont typeface="Wingdings" panose="05000000000000000000" pitchFamily="2" charset="2"/>
                        <a:buChar char="§"/>
                      </a:pPr>
                      <a:r>
                        <a:rPr lang="en-GB" sz="1000" b="0" i="0" u="none" strike="noStrike" cap="none">
                          <a:solidFill>
                            <a:schemeClr val="dk1"/>
                          </a:solidFill>
                          <a:latin typeface="IntelOne Text"/>
                          <a:ea typeface="+mn-ea"/>
                          <a:cs typeface="Arial"/>
                          <a:sym typeface="Arial"/>
                        </a:rPr>
                        <a:t>Develop an Agent for a real workflow (e.g., research triage, data validation, personal assistant).</a:t>
                      </a:r>
                    </a:p>
                    <a:p>
                      <a:pPr marL="171450" indent="-171450">
                        <a:buFont typeface="Wingdings" panose="05000000000000000000" pitchFamily="2" charset="2"/>
                        <a:buChar char="§"/>
                      </a:pPr>
                      <a:r>
                        <a:rPr lang="en-GB" sz="1000" b="0" i="0" u="none" strike="noStrike" cap="none">
                          <a:solidFill>
                            <a:schemeClr val="dk1"/>
                          </a:solidFill>
                          <a:latin typeface="IntelOne Text"/>
                          <a:ea typeface="+mn-ea"/>
                          <a:cs typeface="Arial"/>
                          <a:sym typeface="Arial"/>
                        </a:rPr>
                        <a:t>Integrate at least two external tools with robust error handling and retries.</a:t>
                      </a:r>
                    </a:p>
                    <a:p>
                      <a:pPr marL="171450" indent="-171450">
                        <a:buFont typeface="Wingdings" panose="05000000000000000000" pitchFamily="2" charset="2"/>
                        <a:buChar char="§"/>
                      </a:pPr>
                      <a:r>
                        <a:rPr lang="en-GB" sz="1000" b="0" i="0" u="none" strike="noStrike" cap="none">
                          <a:solidFill>
                            <a:schemeClr val="dk1"/>
                          </a:solidFill>
                          <a:latin typeface="IntelOne Text"/>
                          <a:ea typeface="+mn-ea"/>
                          <a:cs typeface="Arial"/>
                          <a:sym typeface="Arial"/>
                        </a:rPr>
                        <a:t>Implement observability: tracing, logging, and evaluation</a:t>
                      </a:r>
                      <a:endParaRPr lang="en-US" sz="1000" b="0" i="0" u="none" strike="noStrike" cap="none">
                        <a:solidFill>
                          <a:schemeClr val="dk1"/>
                        </a:solidFill>
                        <a:latin typeface="IntelOne Text" panose="020B0503020203020204" pitchFamily="34" charset="0"/>
                        <a:ea typeface="Arial"/>
                        <a:cs typeface="Arial"/>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indent="-171450">
                        <a:buFont typeface="Wingdings" panose="05000000000000000000" pitchFamily="2" charset="2"/>
                        <a:buChar char="§"/>
                      </a:pPr>
                      <a:r>
                        <a:rPr lang="en-US" sz="1000" b="0" i="0" u="none" strike="noStrike" cap="none">
                          <a:solidFill>
                            <a:schemeClr val="dk1"/>
                          </a:solidFill>
                          <a:latin typeface="IntelOne Text"/>
                          <a:ea typeface="+mn-ea"/>
                          <a:cs typeface="Arial"/>
                          <a:sym typeface="Arial"/>
                        </a:rPr>
                        <a:t>Deliver a working agent that passes automated tests and peer review.</a:t>
                      </a:r>
                    </a:p>
                    <a:p>
                      <a:pPr marL="171450" indent="-171450">
                        <a:buFont typeface="Wingdings" panose="05000000000000000000" pitchFamily="2" charset="2"/>
                        <a:buChar char="§"/>
                      </a:pPr>
                      <a:r>
                        <a:rPr lang="en-US" sz="1000" b="0" i="0" u="none" strike="noStrike" cap="none">
                          <a:solidFill>
                            <a:schemeClr val="dk1"/>
                          </a:solidFill>
                          <a:latin typeface="IntelOne Text"/>
                          <a:ea typeface="+mn-ea"/>
                          <a:cs typeface="Arial"/>
                          <a:sym typeface="Arial"/>
                        </a:rPr>
                        <a:t>Justify framework choice based on non-functional requirements.</a:t>
                      </a:r>
                    </a:p>
                    <a:p>
                      <a:pPr marL="171450" indent="-171450">
                        <a:buFont typeface="Wingdings" panose="05000000000000000000" pitchFamily="2" charset="2"/>
                        <a:buChar char="§"/>
                      </a:pPr>
                      <a:r>
                        <a:rPr lang="en-US" sz="1000" b="0" i="0" u="none" strike="noStrike" cap="none">
                          <a:solidFill>
                            <a:schemeClr val="dk1"/>
                          </a:solidFill>
                          <a:latin typeface="IntelOne Text"/>
                          <a:ea typeface="+mn-ea"/>
                          <a:cs typeface="Arial"/>
                          <a:sym typeface="Arial"/>
                        </a:rPr>
                        <a:t>Demonstrate operational readiness with monitoring and safety controls.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indent="0" algn="ctr">
                        <a:buFontTx/>
                        <a:buNone/>
                      </a:pPr>
                      <a:r>
                        <a:rPr lang="en-US" sz="1000" b="0" i="0" u="none" strike="noStrike" cap="none" dirty="0">
                          <a:solidFill>
                            <a:schemeClr val="dk1"/>
                          </a:solidFill>
                          <a:latin typeface="IntelOne Text"/>
                          <a:ea typeface="+mn-ea"/>
                          <a:cs typeface="Arial"/>
                          <a:sym typeface="Arial"/>
                        </a:rPr>
                        <a:t>8</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4023796181"/>
                  </a:ext>
                </a:extLst>
              </a:tr>
            </a:tbl>
          </a:graphicData>
        </a:graphic>
      </p:graphicFrame>
      <p:sp>
        <p:nvSpPr>
          <p:cNvPr id="7" name="Title 2">
            <a:extLst>
              <a:ext uri="{FF2B5EF4-FFF2-40B4-BE49-F238E27FC236}">
                <a16:creationId xmlns:a16="http://schemas.microsoft.com/office/drawing/2014/main" id="{C2FBF6C7-4C70-C219-0665-3CD5D48A85FB}"/>
              </a:ext>
            </a:extLst>
          </p:cNvPr>
          <p:cNvSpPr txBox="1">
            <a:spLocks/>
          </p:cNvSpPr>
          <p:nvPr/>
        </p:nvSpPr>
        <p:spPr>
          <a:xfrm>
            <a:off x="296446" y="202587"/>
            <a:ext cx="11007094" cy="622700"/>
          </a:xfrm>
          <a:prstGeom prst="rect">
            <a:avLst/>
          </a:prstGeom>
        </p:spPr>
        <p:txBody>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err="1">
                <a:ln>
                  <a:noFill/>
                </a:ln>
                <a:solidFill>
                  <a:srgbClr val="004A86"/>
                </a:solidFill>
                <a:effectLst/>
                <a:uLnTx/>
                <a:uFillTx/>
                <a:latin typeface="IntelOne Display Light"/>
                <a:ea typeface="Helvetica Neue"/>
                <a:cs typeface="Helvetica Neue"/>
              </a:rPr>
              <a:t>ToC</a:t>
            </a:r>
            <a:r>
              <a:rPr kumimoji="0" lang="en-US" sz="3600" b="1" i="0" u="none" strike="noStrike" kern="1200" cap="none" spc="0" normalizeH="0" baseline="0" noProof="0">
                <a:ln>
                  <a:noFill/>
                </a:ln>
                <a:solidFill>
                  <a:srgbClr val="004A86"/>
                </a:solidFill>
                <a:effectLst/>
                <a:uLnTx/>
                <a:uFillTx/>
                <a:latin typeface="IntelOne Display Light"/>
                <a:ea typeface="Helvetica Neue"/>
                <a:cs typeface="Helvetica Neue"/>
              </a:rPr>
              <a:t> - Introduction to Agentic AI</a:t>
            </a:r>
            <a:endParaRPr kumimoji="0" lang="en-US" sz="2800" b="1" i="0" u="none" strike="noStrike" kern="1200" cap="none" spc="0" normalizeH="0" baseline="0" noProof="0">
              <a:ln>
                <a:noFill/>
              </a:ln>
              <a:solidFill>
                <a:srgbClr val="004A86"/>
              </a:solidFill>
              <a:effectLst/>
              <a:uLnTx/>
              <a:uFillTx/>
              <a:latin typeface="IntelOne Display Light"/>
              <a:ea typeface="Helvetica Neue"/>
              <a:cs typeface="Helvetica Neue"/>
            </a:endParaRPr>
          </a:p>
        </p:txBody>
      </p:sp>
    </p:spTree>
    <p:extLst>
      <p:ext uri="{BB962C8B-B14F-4D97-AF65-F5344CB8AC3E}">
        <p14:creationId xmlns:p14="http://schemas.microsoft.com/office/powerpoint/2010/main" val="403129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C843-1D90-0688-0088-2065AB6448E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66BF90-58D1-4925-3E01-42858428ECF7}"/>
              </a:ext>
            </a:extLst>
          </p:cNvPr>
          <p:cNvSpPr>
            <a:spLocks noGrp="1"/>
          </p:cNvSpPr>
          <p:nvPr>
            <p:ph type="sldNum" sz="quarter" idx="12"/>
          </p:nvPr>
        </p:nvSpPr>
        <p:spPr>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E424D08-BD54-4DFE-9D9D-D2FBE329B493}" type="slidenum">
              <a:rPr kumimoji="0" lang="en-US" sz="1000" b="0" i="0" u="none" strike="noStrike" kern="1200" cap="none" spc="0" normalizeH="0" baseline="0" noProof="0" smtClean="0">
                <a:ln>
                  <a:noFill/>
                </a:ln>
                <a:solidFill>
                  <a:srgbClr val="000000"/>
                </a:solidFill>
                <a:effectLst/>
                <a:uLnTx/>
                <a:uFillTx/>
                <a:latin typeface="IntelOne Display Light" panose="020B0403020203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000000"/>
              </a:solidFill>
              <a:effectLst/>
              <a:uLnTx/>
              <a:uFillTx/>
              <a:latin typeface="IntelOne Display Light" panose="020B0403020203020204" pitchFamily="34" charset="0"/>
              <a:ea typeface="+mn-ea"/>
              <a:cs typeface="+mn-cs"/>
            </a:endParaRPr>
          </a:p>
        </p:txBody>
      </p:sp>
      <p:graphicFrame>
        <p:nvGraphicFramePr>
          <p:cNvPr id="5" name="Google Shape;378;p2">
            <a:extLst>
              <a:ext uri="{FF2B5EF4-FFF2-40B4-BE49-F238E27FC236}">
                <a16:creationId xmlns:a16="http://schemas.microsoft.com/office/drawing/2014/main" id="{85E90008-5E62-4763-91FC-9878A855E180}"/>
              </a:ext>
            </a:extLst>
          </p:cNvPr>
          <p:cNvGraphicFramePr/>
          <p:nvPr>
            <p:extLst>
              <p:ext uri="{D42A27DB-BD31-4B8C-83A1-F6EECF244321}">
                <p14:modId xmlns:p14="http://schemas.microsoft.com/office/powerpoint/2010/main" val="3911540801"/>
              </p:ext>
            </p:extLst>
          </p:nvPr>
        </p:nvGraphicFramePr>
        <p:xfrm>
          <a:off x="296446" y="884436"/>
          <a:ext cx="11316433" cy="5391914"/>
        </p:xfrm>
        <a:graphic>
          <a:graphicData uri="http://schemas.openxmlformats.org/drawingml/2006/table">
            <a:tbl>
              <a:tblPr>
                <a:noFill/>
              </a:tblPr>
              <a:tblGrid>
                <a:gridCol w="860311">
                  <a:extLst>
                    <a:ext uri="{9D8B030D-6E8A-4147-A177-3AD203B41FA5}">
                      <a16:colId xmlns:a16="http://schemas.microsoft.com/office/drawing/2014/main" val="20001"/>
                    </a:ext>
                  </a:extLst>
                </a:gridCol>
                <a:gridCol w="5070307">
                  <a:extLst>
                    <a:ext uri="{9D8B030D-6E8A-4147-A177-3AD203B41FA5}">
                      <a16:colId xmlns:a16="http://schemas.microsoft.com/office/drawing/2014/main" val="2522115143"/>
                    </a:ext>
                  </a:extLst>
                </a:gridCol>
                <a:gridCol w="4624128">
                  <a:extLst>
                    <a:ext uri="{9D8B030D-6E8A-4147-A177-3AD203B41FA5}">
                      <a16:colId xmlns:a16="http://schemas.microsoft.com/office/drawing/2014/main" val="4265725258"/>
                    </a:ext>
                  </a:extLst>
                </a:gridCol>
                <a:gridCol w="761687">
                  <a:extLst>
                    <a:ext uri="{9D8B030D-6E8A-4147-A177-3AD203B41FA5}">
                      <a16:colId xmlns:a16="http://schemas.microsoft.com/office/drawing/2014/main" val="3461400160"/>
                    </a:ext>
                  </a:extLst>
                </a:gridCol>
              </a:tblGrid>
              <a:tr h="23038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IntelOne Text Bold" panose="020B0503020203020204" pitchFamily="34" charset="0"/>
                          <a:ea typeface="Verdana"/>
                          <a:cs typeface="Verdana"/>
                          <a:sym typeface="Verdana"/>
                        </a:rPr>
                        <a:t>Module</a:t>
                      </a:r>
                    </a:p>
                  </a:txBody>
                  <a:tcPr marL="45720" marR="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Description</a:t>
                      </a:r>
                    </a:p>
                  </a:txBody>
                  <a:tcPr marL="45720" marR="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Learning Outcomes</a:t>
                      </a:r>
                    </a:p>
                  </a:txBody>
                  <a:tcPr marL="45720" marR="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IntelOne Text Bold" panose="020B0503020203020204" pitchFamily="34" charset="0"/>
                          <a:ea typeface="Verdana"/>
                          <a:cs typeface="Verdana"/>
                          <a:sym typeface="Verdana"/>
                        </a:rPr>
                        <a:t>Duration (h)</a:t>
                      </a:r>
                    </a:p>
                  </a:txBody>
                  <a:tcPr marL="45720" marR="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17. Hardware for Local Agents </a:t>
                      </a:r>
                      <a:endParaRPr lang="en-US" sz="1000" b="0" i="0" u="none" strike="noStrike" cap="none" dirty="0">
                        <a:solidFill>
                          <a:schemeClr val="dk1"/>
                        </a:solidFill>
                        <a:latin typeface="IntelOne Text" panose="020B0503020203020204" pitchFamily="34" charset="0"/>
                        <a:ea typeface="Play"/>
                        <a:cs typeface="Play"/>
                        <a:sym typeface="Play"/>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Discuss the need for running agents locally.</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Explore industries that require privacy, low latency, and cost control.</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Break down hardware components: RAM, VRAM, SSD/</a:t>
                      </a:r>
                      <a:r>
                        <a:rPr lang="en-US" sz="1000" b="0" i="0" u="none" strike="noStrike" cap="none" err="1">
                          <a:solidFill>
                            <a:schemeClr val="dk1"/>
                          </a:solidFill>
                          <a:latin typeface="IntelOne Text" panose="020B0503020203020204" pitchFamily="34" charset="0"/>
                          <a:ea typeface="Arial"/>
                          <a:cs typeface="Arial"/>
                          <a:sym typeface="Arial"/>
                        </a:rPr>
                        <a:t>NVMe</a:t>
                      </a:r>
                      <a:r>
                        <a:rPr lang="en-US" sz="1000" b="0" i="0" u="none" strike="noStrike" cap="none">
                          <a:solidFill>
                            <a:schemeClr val="dk1"/>
                          </a:solidFill>
                          <a:latin typeface="IntelOne Text" panose="020B0503020203020204" pitchFamily="34" charset="0"/>
                          <a:ea typeface="Arial"/>
                          <a:cs typeface="Arial"/>
                          <a:sym typeface="Arial"/>
                        </a:rPr>
                        <a:t>.</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Compare CPU, GPU, and NPU functions for model inference.</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Teach students how to calculate model size limits based on hardware specs.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Connect local vs cloud hardware and costs, with budgeting as a key takeaway.</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Explain the main use cases and user types that benefit from local AI agents.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Identify and differentiate between RAM, VRAM, and storage types and their roles.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Compare CPU, GPU, and NPU functions in local model performance.</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Estimate which models can run on a given machine.</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Associate hardware knowledge with cloud vs. local budget planning.</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4</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786949370"/>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18. Software for Local Models </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Introduce software tools for local AI (Ollama, Docker Model Runner, OpenVINO).</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Show how to manage local databases and vector stores for agent memory.</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Explain model availability and open-source ecosystems.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b="0" i="0" u="none" strike="noStrike" cap="none">
                          <a:solidFill>
                            <a:schemeClr val="dk1"/>
                          </a:solidFill>
                          <a:latin typeface="IntelOne Text" panose="020B0503020203020204" pitchFamily="34" charset="0"/>
                          <a:ea typeface="Arial"/>
                          <a:cs typeface="Arial"/>
                          <a:sym typeface="Arial"/>
                        </a:rPr>
                        <a:t>Explore how to choose a model based on model cards and industry benchmarks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Install and run models locally using Intel-focused tools.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Manage SQLite databases and FAISS vector stores.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Interpret model cards to select appropriate models.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Evaluate benchmarks for agentic AI and design simple tests.</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US" sz="1000" u="none" strike="noStrike" cap="none" dirty="0">
                          <a:solidFill>
                            <a:schemeClr val="dk1"/>
                          </a:solidFill>
                          <a:latin typeface="IntelOne Text" panose="020B0503020203020204" pitchFamily="34" charset="0"/>
                          <a:ea typeface="Arial"/>
                          <a:cs typeface="Arial"/>
                          <a:sym typeface="Arial"/>
                        </a:rPr>
                        <a:t>Run and test an open-source model entirely on their own device.</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4</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752620993"/>
                  </a:ext>
                </a:extLst>
              </a:tr>
              <a:tr h="921555">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19. Sovereign Local AI Agent​</a:t>
                      </a:r>
                      <a:endParaRPr lang="en-US" sz="1000" b="0" i="0" u="none" strike="noStrike" cap="none" dirty="0">
                        <a:solidFill>
                          <a:schemeClr val="dk1"/>
                        </a:solidFill>
                        <a:latin typeface="IntelOne Text" panose="020B0503020203020204" pitchFamily="34" charset="0"/>
                        <a:ea typeface="Play"/>
                        <a:cs typeface="Play"/>
                        <a:sym typeface="Play"/>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b="0" i="0" u="none" strike="noStrike" cap="none">
                          <a:solidFill>
                            <a:schemeClr val="dk1"/>
                          </a:solidFill>
                          <a:latin typeface="IntelOne Text" panose="020B0503020203020204" pitchFamily="34" charset="0"/>
                          <a:ea typeface="Arial"/>
                          <a:cs typeface="Arial"/>
                          <a:sym typeface="Arial"/>
                        </a:rPr>
                        <a:t>Reframe the local agent through AI sovereignty (control over data, models, infrastructure, operations, and governance) and show why a locally served model doesn't make the whole agent local.</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b="0" i="0" u="none" strike="noStrike" cap="none">
                          <a:solidFill>
                            <a:schemeClr val="dk1"/>
                          </a:solidFill>
                          <a:latin typeface="IntelOne Text" panose="020B0503020203020204" pitchFamily="34" charset="0"/>
                          <a:ea typeface="Arial"/>
                          <a:cs typeface="Arial"/>
                          <a:sym typeface="Arial"/>
                        </a:rPr>
                        <a:t>Treat skills, policies, logs, and dependencies as governable agent assets, storing skills as validated SKILL.md files surfaced through semantic, hierarchical selection.</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b="0" i="0" u="none" strike="noStrike" cap="none">
                          <a:solidFill>
                            <a:schemeClr val="dk1"/>
                          </a:solidFill>
                          <a:latin typeface="IntelOne Text" panose="020B0503020203020204" pitchFamily="34" charset="0"/>
                          <a:ea typeface="Arial"/>
                          <a:cs typeface="Arial"/>
                          <a:sym typeface="Arial"/>
                        </a:rPr>
                        <a:t>Hands-on: Build a local coding agent on OpenVINO™ Model Server, govern it through policy-as-configuration, and package it for a sovereignty-tested release.</a:t>
                      </a:r>
                      <a:endParaRPr lang="en-GB" sz="1000" b="0" i="0" u="none" strike="noStrike" cap="none" dirty="0">
                        <a:solidFill>
                          <a:schemeClr val="dk1"/>
                        </a:solidFill>
                        <a:latin typeface="IntelOne Text" panose="020B0503020203020204" pitchFamily="34" charset="0"/>
                        <a:ea typeface="Arial"/>
                        <a:cs typeface="Arial"/>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u="none" strike="noStrike" cap="none" dirty="0">
                          <a:solidFill>
                            <a:schemeClr val="dk1"/>
                          </a:solidFill>
                          <a:latin typeface="IntelOne Text" panose="020B0503020203020204" pitchFamily="34" charset="0"/>
                          <a:ea typeface="Arial"/>
                          <a:cs typeface="Arial"/>
                          <a:sym typeface="Arial"/>
                        </a:rPr>
                        <a:t>Distinguish fully local, internally integrated, and hybrid agents, and explain why a local model alone doesn't guarantee sovereignty.</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u="none" strike="noStrike" cap="none" dirty="0">
                          <a:solidFill>
                            <a:schemeClr val="dk1"/>
                          </a:solidFill>
                          <a:latin typeface="IntelOne Text" panose="020B0503020203020204" pitchFamily="34" charset="0"/>
                          <a:ea typeface="Arial"/>
                          <a:cs typeface="Arial"/>
                          <a:sym typeface="Arial"/>
                        </a:rPr>
                        <a:t>Map an agent's data across its three states and explain where confidential computing protects data in use.</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u="none" strike="noStrike" cap="none" dirty="0">
                          <a:solidFill>
                            <a:schemeClr val="dk1"/>
                          </a:solidFill>
                          <a:latin typeface="IntelOne Text" panose="020B0503020203020204" pitchFamily="34" charset="0"/>
                          <a:ea typeface="Arial"/>
                          <a:cs typeface="Arial"/>
                          <a:sym typeface="Arial"/>
                        </a:rPr>
                        <a:t>Build an agent asset inventory and manage skills as validated, file-based resources selected semantically.</a:t>
                      </a:r>
                    </a:p>
                    <a:p>
                      <a:pPr marL="171450" marR="0" lvl="0" indent="-171450" algn="l" rtl="0">
                        <a:lnSpc>
                          <a:spcPct val="100000"/>
                        </a:lnSpc>
                        <a:spcBef>
                          <a:spcPts val="0"/>
                        </a:spcBef>
                        <a:spcAft>
                          <a:spcPts val="0"/>
                        </a:spcAft>
                        <a:buClr>
                          <a:schemeClr val="tx1">
                            <a:lumMod val="50000"/>
                          </a:schemeClr>
                        </a:buClr>
                        <a:buSzPct val="100000"/>
                        <a:buFont typeface="Wingdings" panose="05000000000000000000" pitchFamily="2" charset="2"/>
                        <a:buChar char="§"/>
                      </a:pPr>
                      <a:r>
                        <a:rPr lang="en-GB" sz="1000" u="none" strike="noStrike" cap="none" dirty="0">
                          <a:solidFill>
                            <a:schemeClr val="dk1"/>
                          </a:solidFill>
                          <a:latin typeface="IntelOne Text" panose="020B0503020203020204" pitchFamily="34" charset="0"/>
                          <a:ea typeface="Arial"/>
                          <a:cs typeface="Arial"/>
                          <a:sym typeface="Arial"/>
                        </a:rPr>
                        <a:t>Differentiate locked from adjustable policy settings, then package the agent with an SBOM and verify it passes a sovereignty test.</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tx1">
                            <a:lumMod val="50000"/>
                          </a:schemeClr>
                        </a:buClr>
                        <a:buSzPct val="100000"/>
                        <a:buFontTx/>
                        <a:buNone/>
                      </a:pPr>
                      <a:r>
                        <a:rPr lang="en-US" sz="1000" u="none" strike="noStrike" cap="none">
                          <a:solidFill>
                            <a:schemeClr val="dk1"/>
                          </a:solidFill>
                          <a:latin typeface="IntelOne Text" panose="020B0503020203020204" pitchFamily="34" charset="0"/>
                          <a:ea typeface="Arial"/>
                          <a:cs typeface="Arial"/>
                          <a:sym typeface="Arial"/>
                        </a:rPr>
                        <a:t>4</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170241927"/>
                  </a:ext>
                </a:extLst>
              </a:tr>
              <a:tr h="1177538">
                <a:tc>
                  <a:txBody>
                    <a:bodyPr/>
                    <a:lstStyle/>
                    <a:p>
                      <a:pPr marL="0" marR="0" lvl="0" indent="0" algn="l" rtl="0">
                        <a:lnSpc>
                          <a:spcPct val="100000"/>
                        </a:lnSpc>
                        <a:spcBef>
                          <a:spcPts val="0"/>
                        </a:spcBef>
                        <a:spcAft>
                          <a:spcPts val="0"/>
                        </a:spcAft>
                        <a:buClr>
                          <a:schemeClr val="tx1">
                            <a:lumMod val="50000"/>
                          </a:schemeClr>
                        </a:buClr>
                        <a:buSzPct val="100000"/>
                        <a:buFont typeface="Wingdings" panose="05000000000000000000" pitchFamily="2" charset="2"/>
                        <a:buNone/>
                      </a:pPr>
                      <a:r>
                        <a:rPr lang="en-US" sz="1000" b="0" i="0" u="none" strike="noStrike" cap="none">
                          <a:solidFill>
                            <a:schemeClr val="dk1"/>
                          </a:solidFill>
                          <a:latin typeface="IntelOne Text" panose="020B0503020203020204" pitchFamily="34" charset="0"/>
                          <a:ea typeface="Play"/>
                          <a:cs typeface="Play"/>
                          <a:sym typeface="Play"/>
                        </a:rPr>
                        <a:t>20. Project – Build a Local Agent</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indent="-171450">
                        <a:buFont typeface="Wingdings" panose="05000000000000000000" pitchFamily="2" charset="2"/>
                        <a:buChar char="§"/>
                      </a:pPr>
                      <a:r>
                        <a:rPr lang="en-US" sz="1000" b="0" i="0" u="none" strike="noStrike" cap="none">
                          <a:solidFill>
                            <a:schemeClr val="dk1"/>
                          </a:solidFill>
                          <a:latin typeface="IntelOne Text"/>
                          <a:ea typeface="+mn-ea"/>
                          <a:cs typeface="Arial"/>
                          <a:sym typeface="Arial"/>
                        </a:rPr>
                        <a:t>Project: Build a private local assistant that runs on Intel PCs, stores data locally, and queries from documents.</a:t>
                      </a:r>
                    </a:p>
                    <a:p>
                      <a:pPr marL="171450" indent="-171450">
                        <a:buFont typeface="Wingdings" panose="05000000000000000000" pitchFamily="2" charset="2"/>
                        <a:buChar char="§"/>
                      </a:pPr>
                      <a:r>
                        <a:rPr lang="en-US" sz="1000" b="0" i="0" u="none" strike="noStrike" cap="none">
                          <a:solidFill>
                            <a:schemeClr val="dk1"/>
                          </a:solidFill>
                          <a:latin typeface="IntelOne Text"/>
                          <a:ea typeface="+mn-ea"/>
                          <a:cs typeface="Arial"/>
                          <a:sym typeface="Arial"/>
                        </a:rPr>
                        <a:t>Students present and demonstrate their projects.</a:t>
                      </a:r>
                      <a:endParaRPr lang="en-US" sz="1000" b="0" i="0" u="none" strike="noStrike" cap="none" dirty="0">
                        <a:solidFill>
                          <a:schemeClr val="dk1"/>
                        </a:solidFill>
                        <a:latin typeface="IntelOne Text"/>
                        <a:ea typeface="+mn-ea"/>
                        <a:cs typeface="Arial"/>
                        <a:sym typeface="Arial"/>
                      </a:endParaRP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171450" indent="-171450">
                        <a:buFont typeface="Wingdings" panose="05000000000000000000" pitchFamily="2" charset="2"/>
                        <a:buChar char="§"/>
                      </a:pPr>
                      <a:r>
                        <a:rPr lang="en-US" sz="1000" b="0" i="0" u="none" strike="noStrike" cap="none" dirty="0">
                          <a:solidFill>
                            <a:schemeClr val="dk1"/>
                          </a:solidFill>
                          <a:latin typeface="IntelOne Text"/>
                          <a:ea typeface="+mn-ea"/>
                          <a:cs typeface="Arial"/>
                          <a:sym typeface="Arial"/>
                        </a:rPr>
                        <a:t>Build and demonstrate a private local assistant.</a:t>
                      </a:r>
                    </a:p>
                    <a:p>
                      <a:pPr marL="171450" indent="-171450">
                        <a:buFont typeface="Wingdings" panose="05000000000000000000" pitchFamily="2" charset="2"/>
                        <a:buChar char="§"/>
                      </a:pPr>
                      <a:r>
                        <a:rPr lang="en-US" sz="1000" b="0" i="0" u="none" strike="noStrike" cap="none" dirty="0">
                          <a:solidFill>
                            <a:schemeClr val="dk1"/>
                          </a:solidFill>
                          <a:latin typeface="IntelOne Text"/>
                          <a:ea typeface="+mn-ea"/>
                          <a:cs typeface="Arial"/>
                          <a:sym typeface="Arial"/>
                        </a:rPr>
                        <a:t>Assess and package the final AI Agent, with the agent evaluation results and limitations.</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indent="0" algn="ctr">
                        <a:buFontTx/>
                        <a:buNone/>
                      </a:pPr>
                      <a:r>
                        <a:rPr lang="en-US" sz="1000" b="0" i="0" u="none" strike="noStrike" cap="none" dirty="0">
                          <a:solidFill>
                            <a:schemeClr val="dk1"/>
                          </a:solidFill>
                          <a:latin typeface="IntelOne Text"/>
                          <a:ea typeface="+mn-ea"/>
                          <a:cs typeface="Arial"/>
                          <a:sym typeface="Arial"/>
                        </a:rPr>
                        <a:t>8</a:t>
                      </a:r>
                    </a:p>
                  </a:txBody>
                  <a:tcPr marL="91450" marR="91450" marT="91450" marB="914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4023796181"/>
                  </a:ext>
                </a:extLst>
              </a:tr>
            </a:tbl>
          </a:graphicData>
        </a:graphic>
      </p:graphicFrame>
      <p:sp>
        <p:nvSpPr>
          <p:cNvPr id="7" name="Title 2">
            <a:extLst>
              <a:ext uri="{FF2B5EF4-FFF2-40B4-BE49-F238E27FC236}">
                <a16:creationId xmlns:a16="http://schemas.microsoft.com/office/drawing/2014/main" id="{ACE5891E-9C28-4E02-FE51-A20DC69ECBB0}"/>
              </a:ext>
            </a:extLst>
          </p:cNvPr>
          <p:cNvSpPr txBox="1">
            <a:spLocks/>
          </p:cNvSpPr>
          <p:nvPr/>
        </p:nvSpPr>
        <p:spPr>
          <a:xfrm>
            <a:off x="296446" y="202587"/>
            <a:ext cx="11007094" cy="622700"/>
          </a:xfrm>
          <a:prstGeom prst="rect">
            <a:avLst/>
          </a:prstGeom>
        </p:spPr>
        <p:txBody>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err="1">
                <a:ln>
                  <a:noFill/>
                </a:ln>
                <a:solidFill>
                  <a:srgbClr val="004A86"/>
                </a:solidFill>
                <a:effectLst/>
                <a:uLnTx/>
                <a:uFillTx/>
                <a:latin typeface="IntelOne Display Light"/>
                <a:ea typeface="Helvetica Neue"/>
                <a:cs typeface="Helvetica Neue"/>
              </a:rPr>
              <a:t>ToC</a:t>
            </a:r>
            <a:r>
              <a:rPr kumimoji="0" lang="en-US" sz="3600" b="1" i="0" u="none" strike="noStrike" kern="1200" cap="none" spc="0" normalizeH="0" baseline="0" noProof="0">
                <a:ln>
                  <a:noFill/>
                </a:ln>
                <a:solidFill>
                  <a:srgbClr val="004A86"/>
                </a:solidFill>
                <a:effectLst/>
                <a:uLnTx/>
                <a:uFillTx/>
                <a:latin typeface="IntelOne Display Light"/>
                <a:ea typeface="Helvetica Neue"/>
                <a:cs typeface="Helvetica Neue"/>
              </a:rPr>
              <a:t> - Introduction to Agentic AI</a:t>
            </a:r>
            <a:endParaRPr kumimoji="0" lang="en-US" sz="2800" b="1" i="0" u="none" strike="noStrike" kern="1200" cap="none" spc="0" normalizeH="0" baseline="0" noProof="0">
              <a:ln>
                <a:noFill/>
              </a:ln>
              <a:solidFill>
                <a:srgbClr val="004A86"/>
              </a:solidFill>
              <a:effectLst/>
              <a:uLnTx/>
              <a:uFillTx/>
              <a:latin typeface="IntelOne Display Light"/>
              <a:ea typeface="Helvetica Neue"/>
              <a:cs typeface="Helvetica Neue"/>
            </a:endParaRPr>
          </a:p>
        </p:txBody>
      </p:sp>
    </p:spTree>
    <p:extLst>
      <p:ext uri="{BB962C8B-B14F-4D97-AF65-F5344CB8AC3E}">
        <p14:creationId xmlns:p14="http://schemas.microsoft.com/office/powerpoint/2010/main" val="2219416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7_IntelNewBrand">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IntelNewBrand">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Helvetica Neue"/>
        <a:cs typeface="Helvetica Neue"/>
      </a:majorFont>
      <a:minorFont>
        <a:latin typeface="IntelOne Display Regular"/>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lNewBrand" id="{73293EE6-E426-4532-91DE-D0D9CE78145E}" vid="{771D247B-71CF-4C69-B7F4-1F95BD850EB8}"/>
    </a:ext>
  </a:extLst>
</a:theme>
</file>

<file path=ppt/theme/theme3.xml><?xml version="1.0" encoding="utf-8"?>
<a:theme xmlns:a="http://schemas.openxmlformats.org/drawingml/2006/main" name="4_IntelNewBrand">
  <a:themeElements>
    <a:clrScheme name="Intel2020">
      <a:dk1>
        <a:srgbClr val="525252"/>
      </a:dk1>
      <a:lt1>
        <a:srgbClr val="FFFFFF"/>
      </a:lt1>
      <a:dk2>
        <a:srgbClr val="004A86"/>
      </a:dk2>
      <a:lt2>
        <a:srgbClr val="FFFFFF"/>
      </a:lt2>
      <a:accent1>
        <a:srgbClr val="0068B5"/>
      </a:accent1>
      <a:accent2>
        <a:srgbClr val="00C7FD"/>
      </a:accent2>
      <a:accent3>
        <a:srgbClr val="FEC91B"/>
      </a:accent3>
      <a:accent4>
        <a:srgbClr val="E96115"/>
      </a:accent4>
      <a:accent5>
        <a:srgbClr val="8F5DA2"/>
      </a:accent5>
      <a:accent6>
        <a:srgbClr val="8BAE46"/>
      </a:accent6>
      <a:hlink>
        <a:srgbClr val="00C7FD"/>
      </a:hlink>
      <a:folHlink>
        <a:srgbClr val="0068B5"/>
      </a:folHlink>
    </a:clrScheme>
    <a:fontScheme name="IntelOne">
      <a:majorFont>
        <a:latin typeface="IntelOne Display Light"/>
        <a:ea typeface="Helvetica Neue"/>
        <a:cs typeface="Helvetica Neue"/>
      </a:majorFont>
      <a:minorFont>
        <a:latin typeface="IntelOne Display Regular"/>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lNewBrand" id="{73293EE6-E426-4532-91DE-D0D9CE78145E}" vid="{771D247B-71CF-4C69-B7F4-1F95BD850EB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993</TotalTime>
  <Words>3218</Words>
  <Application>Microsoft Office PowerPoint</Application>
  <PresentationFormat>Widescreen</PresentationFormat>
  <Paragraphs>351</Paragraphs>
  <Slides>8</Slides>
  <Notes>6</Notes>
  <HiddenSlides>0</HiddenSlides>
  <MMClips>0</MMClips>
  <ScaleCrop>false</ScaleCrop>
  <HeadingPairs>
    <vt:vector size="4" baseType="variant">
      <vt:variant>
        <vt:lpstr>Theme</vt:lpstr>
      </vt:variant>
      <vt:variant>
        <vt:i4>3</vt:i4>
      </vt:variant>
      <vt:variant>
        <vt:lpstr>Slide Titles</vt:lpstr>
      </vt:variant>
      <vt:variant>
        <vt:i4>8</vt:i4>
      </vt:variant>
    </vt:vector>
  </HeadingPairs>
  <TitlesOfParts>
    <vt:vector size="11" baseType="lpstr">
      <vt:lpstr>7_IntelNewBrand</vt:lpstr>
      <vt:lpstr>3_IntelNewBrand</vt:lpstr>
      <vt:lpstr>4_IntelNewBrand</vt:lpstr>
      <vt:lpstr>Intel Digital Readiness Programs</vt:lpstr>
      <vt:lpstr>Introduction to Agentic AI</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Sustainable Living Lab SL2</dc:creator>
  <cp:lastModifiedBy>Agnes Lydia</cp:lastModifiedBy>
  <cp:revision>2</cp:revision>
  <dcterms:created xsi:type="dcterms:W3CDTF">2026-03-09T11:36:09Z</dcterms:created>
  <dcterms:modified xsi:type="dcterms:W3CDTF">2026-10-29T10:31:49Z</dcterms:modified>
</cp:coreProperties>
</file>