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07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content/notebooks/unit_07_ds_to_engine.ipynb.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07: PIPELINE ORCHESTRATION &amp; DAGS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Software-Defined Asset DAGs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Monolithic Linear Scripts to Asset Dependency Graphs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Midnight Cascading ETL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 retail analytics pipeline ran as a single 1,200-line Python script executed top-to-bottom via cron at midnight.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At line 850 (after 2.5 hours of heavy data extraction), a minor network timeout occurred on a currency conversion API. The entire script terminated with an unhandled exception.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Engineers had to rerun the entire script from line 1, doubling database load and missing the 8:00 AM executive dashboard SLA by 3 hours.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Monolithic linear script without checkpointing, lack of topological dependency tracking, and absence of intermediate asset caching.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Monolithic Script Bottlenecks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All-or-Nothing Execution: </a:t>
            </a:r>
            <a:r>
              <a:rPr sz="1250">
                <a:solidFill>
                  <a:srgbClr val="1E293B"/>
                </a:solidFill>
              </a:rPr>
              <a:t>Failure in step 10 forces complete restart of steps 1 through 9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No State Persistence: </a:t>
            </a:r>
            <a:r>
              <a:rPr sz="1250">
                <a:solidFill>
                  <a:srgbClr val="1E293B"/>
                </a:solidFill>
              </a:rPr>
              <a:t>Intermediates held in ephemeral RAM instead of versioned storage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Unclear Dependencies: </a:t>
            </a:r>
            <a:r>
              <a:rPr sz="1250">
                <a:solidFill>
                  <a:srgbClr val="1E293B"/>
                </a:solidFill>
              </a:rPr>
              <a:t>Implicit variable dependencies hidden across hundreds of lines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Impossible Parallelism: </a:t>
            </a:r>
            <a:r>
              <a:rPr sz="1250">
                <a:solidFill>
                  <a:srgbClr val="1E293B"/>
                </a:solidFill>
              </a:rPr>
              <a:t>Cannot parallelize independent branches of the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Monolithic Linear ETL Script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print('Extracting sales data...')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sales = extract_huge_sales_dataset()  # Takes 90 minutes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print('Extracting inventory...')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inv = extract_inventory()  # Takes 45 minutes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Bottleneck: Line 850 fails -&gt; All prior work lost!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rates = fetch_currency_rates()  # Network timeout crash!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final_report = join_and_aggregate(sales, inv, rates)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Monolithic Script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Structure: </a:t>
            </a:r>
            <a:r>
              <a:rPr sz="1300">
                <a:solidFill>
                  <a:srgbClr val="1E293B"/>
                </a:solidFill>
              </a:rPr>
              <a:t>Linear top-to-bottom execution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Fault Tolerance: </a:t>
            </a:r>
            <a:r>
              <a:rPr sz="1300">
                <a:solidFill>
                  <a:srgbClr val="1E293B"/>
                </a:solidFill>
              </a:rPr>
              <a:t>Zero; whole script dies on single step error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Caching: </a:t>
            </a:r>
            <a:r>
              <a:rPr sz="1300">
                <a:solidFill>
                  <a:srgbClr val="1E293B"/>
                </a:solidFill>
              </a:rPr>
              <a:t>None; recomputes everything from scratch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Graph Visibility: </a:t>
            </a:r>
            <a:r>
              <a:rPr sz="1300">
                <a:solidFill>
                  <a:srgbClr val="1E293B"/>
                </a:solidFill>
              </a:rPr>
              <a:t>Black box; impossible to know dependency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Software-Defined Asset DAG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Structure: </a:t>
            </a:r>
            <a:r>
              <a:rPr sz="1300">
                <a:solidFill>
                  <a:srgbClr val="1E293B"/>
                </a:solidFill>
              </a:rPr>
              <a:t>Directed Acyclic Graph of immutable data assets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Fault Tolerance: </a:t>
            </a:r>
            <a:r>
              <a:rPr sz="1300">
                <a:solidFill>
                  <a:srgbClr val="1E293B"/>
                </a:solidFill>
              </a:rPr>
              <a:t>Isolates failures; resumes execution from failed node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Caching: </a:t>
            </a:r>
            <a:r>
              <a:rPr sz="1300">
                <a:solidFill>
                  <a:srgbClr val="1E293B"/>
                </a:solidFill>
              </a:rPr>
              <a:t>Caches upstream assets based on content hashing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Graph Visibility: </a:t>
            </a:r>
            <a:r>
              <a:rPr sz="1300">
                <a:solidFill>
                  <a:srgbClr val="1E293B"/>
                </a:solidFill>
              </a:rPr>
              <a:t>Explicit topological sorting and execution schedules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Asset DAG Implementation Syntax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@asset Decorator: </a:t>
            </a:r>
            <a:r>
              <a:rPr sz="1250">
                <a:solidFill>
                  <a:srgbClr val="1E293B"/>
                </a:solidFill>
              </a:rPr>
              <a:t>Declares a function as producing a named, versioned data asset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Dependency Resolution: </a:t>
            </a:r>
            <a:r>
              <a:rPr sz="1250">
                <a:solidFill>
                  <a:srgbClr val="1E293B"/>
                </a:solidFill>
              </a:rPr>
              <a:t>Inspects function arguments to automatically determine upstream dependencies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Topological Sort: </a:t>
            </a:r>
            <a:r>
              <a:rPr sz="1250">
                <a:solidFill>
                  <a:srgbClr val="1E293B"/>
                </a:solidFill>
              </a:rPr>
              <a:t>Executes assets in exact mathematical order based on in-degree dependencies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Asset Materialization: </a:t>
            </a:r>
            <a:r>
              <a:rPr sz="1250">
                <a:solidFill>
                  <a:srgbClr val="1E293B"/>
                </a:solidFill>
              </a:rPr>
              <a:t>Stores computed assets in cache, skipping re-execution if inputs are unchanged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Software-Defined Asset DAG Engine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typing import Callable, Dict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class AssetDAG: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def __init__(self):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self.assets: Dict[str, Callable] = {}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self.cache: Dict[str, any] = {}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def asset(self, *deps):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def decorator(fn):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    self.assets[fn.__name__] = (fn, deps)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    return fn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return decorator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def materialize(self, target: str):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# Computes upstream assets in topological order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Topological Integrity: </a:t>
            </a:r>
            <a:r>
              <a:rPr sz="1400">
                <a:solidFill>
                  <a:srgbClr val="1E293B"/>
                </a:solidFill>
                <a:latin typeface="Calibri"/>
              </a:rPr>
              <a:t>Deterministic in-degree sorting guaranteed upstream dependencies executed before downstream consumers.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Instant Cache Hits: </a:t>
            </a:r>
            <a:r>
              <a:rPr sz="1400">
                <a:solidFill>
                  <a:srgbClr val="1E293B"/>
                </a:solidFill>
                <a:latin typeface="Calibri"/>
              </a:rPr>
              <a:t>Re-materializing cached assets completed in 0.002ms vs re-running expensive upstream extraction.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Failure Blast Radius: </a:t>
            </a:r>
            <a:r>
              <a:rPr sz="1400">
                <a:solidFill>
                  <a:srgbClr val="1E293B"/>
                </a:solidFill>
                <a:latin typeface="Calibri"/>
              </a:rPr>
              <a:t>Simulated downstream crash isolated damage to failed node; all upstream assets preserved.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Zero Cloud Infrastructure: </a:t>
            </a:r>
            <a:r>
              <a:rPr sz="1400">
                <a:solidFill>
                  <a:srgbClr val="1E293B"/>
                </a:solidFill>
                <a:latin typeface="Calibri"/>
              </a:rPr>
              <a:t>Implemented purely in Python standard library without requiring heavyweight distributed orchestrators.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content/notebooks/unit_07_ds_to_engine.ipynb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Cyclic Dependencies &amp; Corrupted Intermediate Assets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Detect dependency cycles via DFS traversal and validate asset schemas during materialization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07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Orchestration is about managing asset state and dependencies, not just scheduling cron jobs.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Modern DE Standard: </a:t>
            </a:r>
            <a:r>
              <a:rPr sz="1400">
                <a:solidFill>
                  <a:srgbClr val="1E293B"/>
                </a:solidFill>
                <a:latin typeface="Calibri"/>
              </a:rPr>
              <a:t>Software-defined assets unify pipeline logic, data storage, and dependency tracking.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Bridge to Slot 3/4 Lab: </a:t>
            </a:r>
            <a:r>
              <a:rPr sz="1400">
                <a:solidFill>
                  <a:srgbClr val="1E293B"/>
                </a:solidFill>
                <a:latin typeface="Calibri"/>
              </a:rPr>
              <a:t>In the lab, you will build an automated asset-based orchestration pipeline with Dagster principles.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Review directed acyclic graph theory and Python decorator mechanics before the Slot 4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