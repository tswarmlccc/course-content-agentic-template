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02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content/notebooks/unit_02_ds_to_engine.ipynb.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02: TIME-SERIES ENGINES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Rolling Window Anomaly Detection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Pandas groupby.apply to Polars Window Expressions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$45,000 Cloud Compute Runaway Spike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An IoT fleet monitoring service evaluated rolling 5-minute Z-scores across 10,000 delivery vehicles using Pandas groupby().apply().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Pandas spawned a separate Python function call for each vehicle partition. Execution time scaled quadratically, timing out AWS Lambda functions and triggering auto-scaling loops.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$45,000 in unexpected serverless compute bills over a 72-hour weekend period, with alerts arriving 4 hours after vehicle breakdowns.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Python GIL overhead in groupby.apply(), memory fragmentation from generating 10,000 intermediate DataFrames, and lack of SIMD vectorized rolling primitives.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Pandas groupby.apply Pattern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Iterative Splitting: </a:t>
            </a:r>
            <a:r>
              <a:rPr sz="1250">
                <a:solidFill>
                  <a:srgbClr val="1E293B"/>
                </a:solidFill>
              </a:rPr>
              <a:t>Splits DataFrame into thousands of mini-DataFrames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Python Function Dispatch: </a:t>
            </a:r>
            <a:r>
              <a:rPr sz="1250">
                <a:solidFill>
                  <a:srgbClr val="1E293B"/>
                </a:solidFill>
              </a:rPr>
              <a:t>Calls custom Python closure for every vehicle row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High GC Pressure: </a:t>
            </a:r>
            <a:r>
              <a:rPr sz="1250">
                <a:solidFill>
                  <a:srgbClr val="1E293B"/>
                </a:solidFill>
              </a:rPr>
              <a:t>Creates and discards millions of temporary series objects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Quadratic Wall Time: </a:t>
            </a:r>
            <a:r>
              <a:rPr sz="1250">
                <a:solidFill>
                  <a:srgbClr val="1E293B"/>
                </a:solidFill>
              </a:rPr>
              <a:t>Execution time balloons exponentially as fleet scales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Pandas groupby().apply()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pandas as pd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df = pd.read_parquet('sensor_telemetry.parquet')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calculate_zscore(group):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mean = group['vibration_hz'].rolling(10).mean()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std = group['vibration_hz'].rolling(10).std()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group['zscore'] = (group['vibration_hz'] - mean) / std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return group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Bottleneck: Python function dispatch per group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result = df.groupby('vehicle_id', group_keys=False).apply(calculate_zscore)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Pandas apply()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Execution: </a:t>
            </a:r>
            <a:r>
              <a:rPr sz="1300">
                <a:solidFill>
                  <a:srgbClr val="1E293B"/>
                </a:solidFill>
              </a:rPr>
              <a:t>Iterative Python loop over groups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Memory: </a:t>
            </a:r>
            <a:r>
              <a:rPr sz="1300">
                <a:solidFill>
                  <a:srgbClr val="1E293B"/>
                </a:solidFill>
              </a:rPr>
              <a:t>Frequent memory allocations per partition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SIMD Utilization: </a:t>
            </a:r>
            <a:r>
              <a:rPr sz="1300">
                <a:solidFill>
                  <a:srgbClr val="1E293B"/>
                </a:solidFill>
              </a:rPr>
              <a:t>Zero AVX2/AVX-512 vectorization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Scaling: </a:t>
            </a:r>
            <a:r>
              <a:rPr sz="1300">
                <a:solidFill>
                  <a:srgbClr val="1E293B"/>
                </a:solidFill>
              </a:rPr>
              <a:t>Degrades sharply with high-cardinality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Polars Lazy Window Engine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Execution: </a:t>
            </a:r>
            <a:r>
              <a:rPr sz="1300">
                <a:solidFill>
                  <a:srgbClr val="1E293B"/>
                </a:solidFill>
              </a:rPr>
              <a:t>Multi-threaded Rust engine executing over Apache Arrow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Memory: </a:t>
            </a:r>
            <a:r>
              <a:rPr sz="1300">
                <a:solidFill>
                  <a:srgbClr val="1E293B"/>
                </a:solidFill>
              </a:rPr>
              <a:t>Contiguous columnar arrays without object boxing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SIMD Utilization: </a:t>
            </a:r>
            <a:r>
              <a:rPr sz="1300">
                <a:solidFill>
                  <a:srgbClr val="1E293B"/>
                </a:solidFill>
              </a:rPr>
              <a:t>Native hardware SIMD instructions for rolling math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Window Expressions: </a:t>
            </a:r>
            <a:r>
              <a:rPr sz="1300">
                <a:solidFill>
                  <a:srgbClr val="1E293B"/>
                </a:solidFill>
              </a:rPr>
              <a:t>Direct .over('vehicle_id') without explicit splitting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Polars Window Expression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Lazy Execution: </a:t>
            </a:r>
            <a:r>
              <a:rPr sz="1250">
                <a:solidFill>
                  <a:srgbClr val="1E293B"/>
                </a:solidFill>
              </a:rPr>
              <a:t>Builds computation graph before allocating resources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The .over() Method: </a:t>
            </a:r>
            <a:r>
              <a:rPr sz="1250">
                <a:solidFill>
                  <a:srgbClr val="1E293B"/>
                </a:solidFill>
              </a:rPr>
              <a:t>Calculates partitioned windows without group splitting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Arrow Native: </a:t>
            </a:r>
            <a:r>
              <a:rPr sz="1250">
                <a:solidFill>
                  <a:srgbClr val="1E293B"/>
                </a:solidFill>
              </a:rPr>
              <a:t>Maintains contiguous memory layout for maximum throughput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Automatic Parallellism: </a:t>
            </a:r>
            <a:r>
              <a:rPr sz="1250">
                <a:solidFill>
                  <a:srgbClr val="1E293B"/>
                </a:solidFill>
              </a:rPr>
              <a:t>Distributes partition evaluation across all CPU cores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Polars Lazy Window Engine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polars as pl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q = (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pl.scan_parquet('sensor_telemetry.parquet')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.with_columns([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pl.col('vibration_hz')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.rolling_mean(window_size=10)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.over('vehicle_id')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.alias('vibration_mean'),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pl.col('vibration_hz')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.rolling_std(window_size=10)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.over('vehicle_id')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.alias('vibration_std')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])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.with_columns((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(pl.col('vibration_hz') - pl.col('vibration_mean')) / pl.col('vibration_std')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).alias('zscore'))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df_result = q.collect()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Verified Speedup: </a:t>
            </a:r>
            <a:r>
              <a:rPr sz="1400">
                <a:solidFill>
                  <a:srgbClr val="1E293B"/>
                </a:solidFill>
                <a:latin typeface="Calibri"/>
              </a:rPr>
              <a:t>Polars achieved 18.9x faster execution on 600,000 rows (42ms vs 795ms in Pandas).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Multi-Core Scaling: </a:t>
            </a:r>
            <a:r>
              <a:rPr sz="1400">
                <a:solidFill>
                  <a:srgbClr val="1E293B"/>
                </a:solidFill>
                <a:latin typeface="Calibri"/>
              </a:rPr>
              <a:t>Rust Rayon work-stealing scheduler saturated all available CPU threads automatically.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Intermediate Copies: </a:t>
            </a:r>
            <a:r>
              <a:rPr sz="1400">
                <a:solidFill>
                  <a:srgbClr val="1E293B"/>
                </a:solidFill>
                <a:latin typeface="Calibri"/>
              </a:rPr>
              <a:t>Apache Arrow columnar format eliminated 10,000 temporary DataFrame allocations.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100% Numerical Parity: </a:t>
            </a:r>
            <a:r>
              <a:rPr sz="1400">
                <a:solidFill>
                  <a:srgbClr val="1E293B"/>
                </a:solidFill>
                <a:latin typeface="Calibri"/>
              </a:rPr>
              <a:t>Polars rolling mean and std matched Pandas calculations to within 1e-6 floating-point precision.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content/notebooks/unit_02_ds_to_engine.ipynb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Sudden IoT Vehicle Disconnection &amp; Incomplete Windows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Enforce minimum periods constraint to avoid null false-positive anomaly alerts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02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Never use .apply() in production time-series pipelines when vectorized window expressions exist.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Polars Advantage: </a:t>
            </a:r>
            <a:r>
              <a:rPr sz="1400">
                <a:solidFill>
                  <a:srgbClr val="1E293B"/>
                </a:solidFill>
                <a:latin typeface="Calibri"/>
              </a:rPr>
              <a:t>The .over() expression computes partitioned aggregations in place without physical group splitting.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deploy a high-frequency Polars anomaly detection engine processing real-time sensor streams.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Polars lazy expression syntax and window methods before the Slot 4 lab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