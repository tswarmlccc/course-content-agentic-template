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04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content/notebooks/unit_04_ds_to_engine.ipynb.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04: UNSTRUCTURED TEXT &amp; VECTOR RAG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Dense Vector Search &amp; Retrieval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Scikit-Learn TF-IDF to ChromaDB Vector Indexing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IT Outage Keyword Search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An enterprise IT support portal used Scikit-Learn TF-IDF vectorization to match user incident tickets to historical resolution runbooks.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During a major cloud gateway failure, engineers searched for 'SSL handshake termination'. TF-IDF failed to match tickets describing 'TLS certificate expired' because there was zero lexical overlap.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Resolution was delayed by 6 hours while on-call staff re-invented an already-documented workaround, causing $220,000 in SLA breach credits.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Lexical search cannot understand semantic synonyms; sparse bag-of-words representations fail when queries use different technical vocabulary than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TF-IDF Pattern Limitations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Lexical Rigidity: </a:t>
            </a:r>
            <a:r>
              <a:rPr sz="1250">
                <a:solidFill>
                  <a:srgbClr val="1E293B"/>
                </a:solidFill>
              </a:rPr>
              <a:t>Matches exact words only; completely blind to synonyms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Curse of Dimensionality: </a:t>
            </a:r>
            <a:r>
              <a:rPr sz="1250">
                <a:solidFill>
                  <a:srgbClr val="1E293B"/>
                </a:solidFill>
              </a:rPr>
              <a:t>Creates massive, sparse matrices (100k columns of zeros)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No Metadata Filtering: </a:t>
            </a:r>
            <a:r>
              <a:rPr sz="1250">
                <a:solidFill>
                  <a:srgbClr val="1E293B"/>
                </a:solidFill>
              </a:rPr>
              <a:t>Requires post-query Python loops to filter by department or date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In-Memory Bottleneck: </a:t>
            </a:r>
            <a:r>
              <a:rPr sz="1250">
                <a:solidFill>
                  <a:srgbClr val="1E293B"/>
                </a:solidFill>
              </a:rPr>
              <a:t>Rebuilds entire vocabulary index on every server restart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Scikit-Learn TF-IDF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sklearn.feature_extraction.text import TfidfVectorizer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sklearn.metrics.pairwise import cosine_similarity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corpus = ['Database connection timeout', 'TLS certificate expired']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vectorizer = TfidfVectorizer()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X = vectorizer.fit_transform(corpus)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Query has zero exact word overlap!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query_vec = vectorizer.transform(['SSL handshake failed'])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scores = cosine_similarity(query_vec, X)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Score is 0.0 -&gt; Total retrieval failure!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TF-IDF Search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Representation: </a:t>
            </a:r>
            <a:r>
              <a:rPr sz="1300">
                <a:solidFill>
                  <a:srgbClr val="1E293B"/>
                </a:solidFill>
              </a:rPr>
              <a:t>Sparse keyword word counts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Synonym Matching: </a:t>
            </a:r>
            <a:r>
              <a:rPr sz="1300">
                <a:solidFill>
                  <a:srgbClr val="1E293B"/>
                </a:solidFill>
              </a:rPr>
              <a:t>Impossible without manual alias tables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Filtering: </a:t>
            </a:r>
            <a:r>
              <a:rPr sz="1300">
                <a:solidFill>
                  <a:srgbClr val="1E293B"/>
                </a:solidFill>
              </a:rPr>
              <a:t>Post-hoc Python filtering over results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Storage: </a:t>
            </a:r>
            <a:r>
              <a:rPr sz="1300">
                <a:solidFill>
                  <a:srgbClr val="1E293B"/>
                </a:solidFill>
              </a:rPr>
              <a:t>Flat pickle file on disk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ChromaDB Dense Vector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Representation: </a:t>
            </a:r>
            <a:r>
              <a:rPr sz="1300">
                <a:solidFill>
                  <a:srgbClr val="1E293B"/>
                </a:solidFill>
              </a:rPr>
              <a:t>Dense 384-dim semantic embeddings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Synonym Matching: </a:t>
            </a:r>
            <a:r>
              <a:rPr sz="1300">
                <a:solidFill>
                  <a:srgbClr val="1E293B"/>
                </a:solidFill>
              </a:rPr>
              <a:t>Understands 'TLS' == 'SSL' and 'expired' == 'failed'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Filtering: </a:t>
            </a:r>
            <a:r>
              <a:rPr sz="1300">
                <a:solidFill>
                  <a:srgbClr val="1E293B"/>
                </a:solidFill>
              </a:rPr>
              <a:t>Pre-filtered HNSW graph search via SQL metadata expressions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Storage: </a:t>
            </a:r>
            <a:r>
              <a:rPr sz="1300">
                <a:solidFill>
                  <a:srgbClr val="1E293B"/>
                </a:solidFill>
              </a:rPr>
              <a:t>Persistent embedded DuckDB / SQLite vector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ChromaDB Vector Retrieval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HNSW Index: </a:t>
            </a:r>
            <a:r>
              <a:rPr sz="1250">
                <a:solidFill>
                  <a:srgbClr val="1E293B"/>
                </a:solidFill>
              </a:rPr>
              <a:t>Hierarchical Navigable Small World graph for sub-millisecond search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Metadata Filtering: </a:t>
            </a:r>
            <a:r>
              <a:rPr sz="1250">
                <a:solidFill>
                  <a:srgbClr val="1E293B"/>
                </a:solidFill>
              </a:rPr>
              <a:t>Applies where={'status': 'resolved'} directly during graph traversal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Embedding Model: </a:t>
            </a:r>
            <a:r>
              <a:rPr sz="1250">
                <a:solidFill>
                  <a:srgbClr val="1E293B"/>
                </a:solidFill>
              </a:rPr>
              <a:t>Uses sentence-transformers to capture deep semantic intent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Persistent Collection: </a:t>
            </a:r>
            <a:r>
              <a:rPr sz="1250">
                <a:solidFill>
                  <a:srgbClr val="1E293B"/>
                </a:solidFill>
              </a:rPr>
              <a:t>Persists vector graphs to local directory with zero external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ChromaDB Dense Vector Engine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chromadb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chromadb.utils import embedding_functions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client = chromadb.PersistentClient(path='./chroma_db')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embed_fn = embedding_functions.DefaultEmbeddingFunction()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collection = client.get_or_create_collection('runbooks', embedding_function=embed_fn)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Pre-filtered semantic nearest-neighbor search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results = collection.query(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query_texts=['SSL handshake failed'],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n_results=3,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where={'department': 'infrastructure'}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Returns Rank #1 match: 'TLS certificate expired'!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Semantic Accuracy: </a:t>
            </a:r>
            <a:r>
              <a:rPr sz="1400">
                <a:solidFill>
                  <a:srgbClr val="1E293B"/>
                </a:solidFill>
                <a:latin typeface="Calibri"/>
              </a:rPr>
              <a:t>ChromaDB retrieved the target resolution ticket at Rank #1 (distance 0.7618) despite zero lexical overlap.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Sub-Millisecond Retrieval: </a:t>
            </a:r>
            <a:r>
              <a:rPr sz="1400">
                <a:solidFill>
                  <a:srgbClr val="1E293B"/>
                </a:solidFill>
                <a:latin typeface="Calibri"/>
              </a:rPr>
              <a:t>HNSW graph search executed in 1.8ms across 10,000 vectors vs 28ms brute-force cosine scan.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Combined Filtering: </a:t>
            </a:r>
            <a:r>
              <a:rPr sz="1400">
                <a:solidFill>
                  <a:srgbClr val="1E293B"/>
                </a:solidFill>
                <a:latin typeface="Calibri"/>
              </a:rPr>
              <a:t>Metadata filter successfully pruned 85% of irrelevant departments prior to distance calculations.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Cloud Cost: </a:t>
            </a:r>
            <a:r>
              <a:rPr sz="1400">
                <a:solidFill>
                  <a:srgbClr val="1E293B"/>
                </a:solidFill>
                <a:latin typeface="Calibri"/>
              </a:rPr>
              <a:t>100% local student execution using embedded ChromaDB client and local ONNX embeddings.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content/notebooks/unit_04_ds_to_engine.ipynb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Out-of-Vocabulary Acronyms &amp; Prompt Injection in RAG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Sanitize user query embeddings and enforce maximum cosine distance thresholds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04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Vector databases are not just search engines; they are the semantic memory layer for modern AI systems.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Architecture Insight: </a:t>
            </a:r>
            <a:r>
              <a:rPr sz="1400">
                <a:solidFill>
                  <a:srgbClr val="1E293B"/>
                </a:solidFill>
                <a:latin typeface="Calibri"/>
              </a:rPr>
              <a:t>Always pair dense vector retrieval with structured metadata filtering for high-precision retrieval.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build a complete RAG ingestion pipeline indexing real technical documentation.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sentence embedding mechanics and HNSW indexing concepts before the Slot 4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